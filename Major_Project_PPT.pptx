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1BA6D4-F1CE-4715-A3DA-BD6BEAC1B591}" v="11" dt="2026-09-09T14:59:59.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1968"/>
        <p:guide pos="408"/>
        <p:guide orient="horz" pos="3912"/>
        <p:guide pos="7272"/>
        <p:guide orient="horz" pos="16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karsha Kale" userId="c0c0a35600cab47c" providerId="LiveId" clId="{68A10211-DA03-4B1F-95F5-6B351EED350A}"/>
    <pc:docChg chg="undo custSel addSld delSld modSld sldOrd">
      <pc:chgData name="Utkarsha Kale" userId="c0c0a35600cab47c" providerId="LiveId" clId="{68A10211-DA03-4B1F-95F5-6B351EED350A}" dt="2026-09-09T15:06:24.403" v="509" actId="478"/>
      <pc:docMkLst>
        <pc:docMk/>
      </pc:docMkLst>
      <pc:sldChg chg="delSp mod delAnim">
        <pc:chgData name="Utkarsha Kale" userId="c0c0a35600cab47c" providerId="LiveId" clId="{68A10211-DA03-4B1F-95F5-6B351EED350A}" dt="2026-09-09T15:06:24.403" v="509" actId="478"/>
        <pc:sldMkLst>
          <pc:docMk/>
          <pc:sldMk cId="0" sldId="256"/>
        </pc:sldMkLst>
        <pc:spChg chg="del">
          <ac:chgData name="Utkarsha Kale" userId="c0c0a35600cab47c" providerId="LiveId" clId="{68A10211-DA03-4B1F-95F5-6B351EED350A}" dt="2026-09-09T15:06:24.403" v="509" actId="478"/>
          <ac:spMkLst>
            <pc:docMk/>
            <pc:sldMk cId="0" sldId="256"/>
            <ac:spMk id="243" creationId="{00000000-0000-0000-0000-000000000000}"/>
          </ac:spMkLst>
        </pc:spChg>
      </pc:sldChg>
      <pc:sldChg chg="addSp modSp mod">
        <pc:chgData name="Utkarsha Kale" userId="c0c0a35600cab47c" providerId="LiveId" clId="{68A10211-DA03-4B1F-95F5-6B351EED350A}" dt="2026-09-09T14:51:06.557" v="439" actId="1076"/>
        <pc:sldMkLst>
          <pc:docMk/>
          <pc:sldMk cId="0" sldId="261"/>
        </pc:sldMkLst>
        <pc:spChg chg="add mod">
          <ac:chgData name="Utkarsha Kale" userId="c0c0a35600cab47c" providerId="LiveId" clId="{68A10211-DA03-4B1F-95F5-6B351EED350A}" dt="2026-09-09T14:51:06.557" v="439" actId="1076"/>
          <ac:spMkLst>
            <pc:docMk/>
            <pc:sldMk cId="0" sldId="261"/>
            <ac:spMk id="2" creationId="{183C1A2A-AFF4-A167-4405-61E9393406F3}"/>
          </ac:spMkLst>
        </pc:spChg>
        <pc:spChg chg="mod">
          <ac:chgData name="Utkarsha Kale" userId="c0c0a35600cab47c" providerId="LiveId" clId="{68A10211-DA03-4B1F-95F5-6B351EED350A}" dt="2026-09-09T14:29:16.666" v="1" actId="1076"/>
          <ac:spMkLst>
            <pc:docMk/>
            <pc:sldMk cId="0" sldId="261"/>
            <ac:spMk id="282" creationId="{00000000-0000-0000-0000-000000000000}"/>
          </ac:spMkLst>
        </pc:spChg>
        <pc:spChg chg="mod">
          <ac:chgData name="Utkarsha Kale" userId="c0c0a35600cab47c" providerId="LiveId" clId="{68A10211-DA03-4B1F-95F5-6B351EED350A}" dt="2026-09-09T14:29:20.291" v="2" actId="1076"/>
          <ac:spMkLst>
            <pc:docMk/>
            <pc:sldMk cId="0" sldId="261"/>
            <ac:spMk id="283" creationId="{00000000-0000-0000-0000-000000000000}"/>
          </ac:spMkLst>
        </pc:spChg>
        <pc:picChg chg="mod">
          <ac:chgData name="Utkarsha Kale" userId="c0c0a35600cab47c" providerId="LiveId" clId="{68A10211-DA03-4B1F-95F5-6B351EED350A}" dt="2026-09-09T14:29:25.075" v="3" actId="1076"/>
          <ac:picMkLst>
            <pc:docMk/>
            <pc:sldMk cId="0" sldId="261"/>
            <ac:picMk id="4" creationId="{8B9FBB29-971E-E228-74E4-AA3EEC8B216A}"/>
          </ac:picMkLst>
        </pc:picChg>
      </pc:sldChg>
      <pc:sldChg chg="addSp delSp modSp mod delAnim">
        <pc:chgData name="Utkarsha Kale" userId="c0c0a35600cab47c" providerId="LiveId" clId="{68A10211-DA03-4B1F-95F5-6B351EED350A}" dt="2026-09-09T14:42:09.745" v="93" actId="27636"/>
        <pc:sldMkLst>
          <pc:docMk/>
          <pc:sldMk cId="0" sldId="262"/>
        </pc:sldMkLst>
        <pc:spChg chg="add mod">
          <ac:chgData name="Utkarsha Kale" userId="c0c0a35600cab47c" providerId="LiveId" clId="{68A10211-DA03-4B1F-95F5-6B351EED350A}" dt="2026-09-09T14:42:09.745" v="93" actId="27636"/>
          <ac:spMkLst>
            <pc:docMk/>
            <pc:sldMk cId="0" sldId="262"/>
            <ac:spMk id="3" creationId="{2DCC7F00-7DBD-7318-F98E-987CCB2781EF}"/>
          </ac:spMkLst>
        </pc:spChg>
        <pc:spChg chg="mod">
          <ac:chgData name="Utkarsha Kale" userId="c0c0a35600cab47c" providerId="LiveId" clId="{68A10211-DA03-4B1F-95F5-6B351EED350A}" dt="2026-09-09T14:41:04.915" v="83" actId="1076"/>
          <ac:spMkLst>
            <pc:docMk/>
            <pc:sldMk cId="0" sldId="262"/>
            <ac:spMk id="291" creationId="{00000000-0000-0000-0000-000000000000}"/>
          </ac:spMkLst>
        </pc:spChg>
        <pc:spChg chg="del mod">
          <ac:chgData name="Utkarsha Kale" userId="c0c0a35600cab47c" providerId="LiveId" clId="{68A10211-DA03-4B1F-95F5-6B351EED350A}" dt="2026-09-09T14:40:48.799" v="80" actId="478"/>
          <ac:spMkLst>
            <pc:docMk/>
            <pc:sldMk cId="0" sldId="262"/>
            <ac:spMk id="294" creationId="{00000000-0000-0000-0000-000000000000}"/>
          </ac:spMkLst>
        </pc:spChg>
        <pc:picChg chg="add mod">
          <ac:chgData name="Utkarsha Kale" userId="c0c0a35600cab47c" providerId="LiveId" clId="{68A10211-DA03-4B1F-95F5-6B351EED350A}" dt="2026-09-09T14:41:38.660" v="89" actId="1076"/>
          <ac:picMkLst>
            <pc:docMk/>
            <pc:sldMk cId="0" sldId="262"/>
            <ac:picMk id="4" creationId="{13F220B6-648E-4104-5CC3-BE57FA6FE795}"/>
          </ac:picMkLst>
        </pc:picChg>
      </pc:sldChg>
      <pc:sldChg chg="addSp delSp modSp mod delAnim">
        <pc:chgData name="Utkarsha Kale" userId="c0c0a35600cab47c" providerId="LiveId" clId="{68A10211-DA03-4B1F-95F5-6B351EED350A}" dt="2026-09-09T15:00:48.360" v="503" actId="478"/>
        <pc:sldMkLst>
          <pc:docMk/>
          <pc:sldMk cId="0" sldId="263"/>
        </pc:sldMkLst>
        <pc:spChg chg="add del mod">
          <ac:chgData name="Utkarsha Kale" userId="c0c0a35600cab47c" providerId="LiveId" clId="{68A10211-DA03-4B1F-95F5-6B351EED350A}" dt="2026-09-09T14:47:33.285" v="236" actId="478"/>
          <ac:spMkLst>
            <pc:docMk/>
            <pc:sldMk cId="0" sldId="263"/>
            <ac:spMk id="3" creationId="{13846F27-A4DD-0662-E086-081725666117}"/>
          </ac:spMkLst>
        </pc:spChg>
        <pc:spChg chg="add del mod">
          <ac:chgData name="Utkarsha Kale" userId="c0c0a35600cab47c" providerId="LiveId" clId="{68A10211-DA03-4B1F-95F5-6B351EED350A}" dt="2026-09-09T15:00:48.360" v="503" actId="478"/>
          <ac:spMkLst>
            <pc:docMk/>
            <pc:sldMk cId="0" sldId="263"/>
            <ac:spMk id="6" creationId="{414A06DB-F5A1-B7E9-8065-AD20B9DEEE2B}"/>
          </ac:spMkLst>
        </pc:spChg>
        <pc:spChg chg="add mod">
          <ac:chgData name="Utkarsha Kale" userId="c0c0a35600cab47c" providerId="LiveId" clId="{68A10211-DA03-4B1F-95F5-6B351EED350A}" dt="2026-09-09T14:50:56.735" v="438" actId="14100"/>
          <ac:spMkLst>
            <pc:docMk/>
            <pc:sldMk cId="0" sldId="263"/>
            <ac:spMk id="7" creationId="{15C39A19-928F-1B6A-3D30-BEF739248E28}"/>
          </ac:spMkLst>
        </pc:spChg>
        <pc:spChg chg="del">
          <ac:chgData name="Utkarsha Kale" userId="c0c0a35600cab47c" providerId="LiveId" clId="{68A10211-DA03-4B1F-95F5-6B351EED350A}" dt="2026-09-09T14:42:43.483" v="94" actId="478"/>
          <ac:spMkLst>
            <pc:docMk/>
            <pc:sldMk cId="0" sldId="263"/>
            <ac:spMk id="303" creationId="{00000000-0000-0000-0000-000000000000}"/>
          </ac:spMkLst>
        </pc:spChg>
        <pc:picChg chg="add mod">
          <ac:chgData name="Utkarsha Kale" userId="c0c0a35600cab47c" providerId="LiveId" clId="{68A10211-DA03-4B1F-95F5-6B351EED350A}" dt="2026-09-09T14:50:36.611" v="435" actId="14100"/>
          <ac:picMkLst>
            <pc:docMk/>
            <pc:sldMk cId="0" sldId="263"/>
            <ac:picMk id="4" creationId="{C23A6792-2DA3-E7EB-1483-D392952E135D}"/>
          </ac:picMkLst>
        </pc:picChg>
      </pc:sldChg>
      <pc:sldChg chg="addSp delSp modSp mod delAnim">
        <pc:chgData name="Utkarsha Kale" userId="c0c0a35600cab47c" providerId="LiveId" clId="{68A10211-DA03-4B1F-95F5-6B351EED350A}" dt="2026-09-09T14:44:07.458" v="105" actId="14100"/>
        <pc:sldMkLst>
          <pc:docMk/>
          <pc:sldMk cId="0" sldId="264"/>
        </pc:sldMkLst>
        <pc:spChg chg="add del mod">
          <ac:chgData name="Utkarsha Kale" userId="c0c0a35600cab47c" providerId="LiveId" clId="{68A10211-DA03-4B1F-95F5-6B351EED350A}" dt="2026-09-09T14:43:56.862" v="102" actId="478"/>
          <ac:spMkLst>
            <pc:docMk/>
            <pc:sldMk cId="0" sldId="264"/>
            <ac:spMk id="4" creationId="{0703A7CF-0F20-0CA9-C6ED-1878A633A8ED}"/>
          </ac:spMkLst>
        </pc:spChg>
        <pc:spChg chg="del">
          <ac:chgData name="Utkarsha Kale" userId="c0c0a35600cab47c" providerId="LiveId" clId="{68A10211-DA03-4B1F-95F5-6B351EED350A}" dt="2026-09-09T14:43:54.876" v="101" actId="478"/>
          <ac:spMkLst>
            <pc:docMk/>
            <pc:sldMk cId="0" sldId="264"/>
            <ac:spMk id="310" creationId="{00000000-0000-0000-0000-000000000000}"/>
          </ac:spMkLst>
        </pc:spChg>
        <pc:spChg chg="del">
          <ac:chgData name="Utkarsha Kale" userId="c0c0a35600cab47c" providerId="LiveId" clId="{68A10211-DA03-4B1F-95F5-6B351EED350A}" dt="2026-09-09T14:43:45.131" v="99" actId="478"/>
          <ac:spMkLst>
            <pc:docMk/>
            <pc:sldMk cId="0" sldId="264"/>
            <ac:spMk id="312" creationId="{00000000-0000-0000-0000-000000000000}"/>
          </ac:spMkLst>
        </pc:spChg>
        <pc:picChg chg="add mod">
          <ac:chgData name="Utkarsha Kale" userId="c0c0a35600cab47c" providerId="LiveId" clId="{68A10211-DA03-4B1F-95F5-6B351EED350A}" dt="2026-09-09T14:44:07.458" v="105" actId="14100"/>
          <ac:picMkLst>
            <pc:docMk/>
            <pc:sldMk cId="0" sldId="264"/>
            <ac:picMk id="2" creationId="{0FE504BE-B1DC-FDFE-E1B9-2C33605DB185}"/>
          </ac:picMkLst>
        </pc:picChg>
      </pc:sldChg>
      <pc:sldChg chg="addSp delSp modSp mod ord delAnim">
        <pc:chgData name="Utkarsha Kale" userId="c0c0a35600cab47c" providerId="LiveId" clId="{68A10211-DA03-4B1F-95F5-6B351EED350A}" dt="2026-09-09T14:56:21.892" v="487" actId="14100"/>
        <pc:sldMkLst>
          <pc:docMk/>
          <pc:sldMk cId="0" sldId="265"/>
        </pc:sldMkLst>
        <pc:spChg chg="add del mod">
          <ac:chgData name="Utkarsha Kale" userId="c0c0a35600cab47c" providerId="LiveId" clId="{68A10211-DA03-4B1F-95F5-6B351EED350A}" dt="2026-09-09T14:51:40.021" v="441" actId="478"/>
          <ac:spMkLst>
            <pc:docMk/>
            <pc:sldMk cId="0" sldId="265"/>
            <ac:spMk id="3" creationId="{BFDBBC69-7511-4649-CC7B-4B8A7A15C472}"/>
          </ac:spMkLst>
        </pc:spChg>
        <pc:spChg chg="add mod">
          <ac:chgData name="Utkarsha Kale" userId="c0c0a35600cab47c" providerId="LiveId" clId="{68A10211-DA03-4B1F-95F5-6B351EED350A}" dt="2026-09-09T14:54:55.872" v="484" actId="1076"/>
          <ac:spMkLst>
            <pc:docMk/>
            <pc:sldMk cId="0" sldId="265"/>
            <ac:spMk id="6" creationId="{82AF7EA8-7DC4-EE4A-9579-013A957E94F8}"/>
          </ac:spMkLst>
        </pc:spChg>
        <pc:spChg chg="add mod">
          <ac:chgData name="Utkarsha Kale" userId="c0c0a35600cab47c" providerId="LiveId" clId="{68A10211-DA03-4B1F-95F5-6B351EED350A}" dt="2026-09-09T14:56:21.892" v="487" actId="14100"/>
          <ac:spMkLst>
            <pc:docMk/>
            <pc:sldMk cId="0" sldId="265"/>
            <ac:spMk id="8" creationId="{FCAA40BB-8974-5503-1D6F-624F66215F52}"/>
          </ac:spMkLst>
        </pc:spChg>
        <pc:spChg chg="del">
          <ac:chgData name="Utkarsha Kale" userId="c0c0a35600cab47c" providerId="LiveId" clId="{68A10211-DA03-4B1F-95F5-6B351EED350A}" dt="2026-09-09T14:51:37.316" v="440" actId="478"/>
          <ac:spMkLst>
            <pc:docMk/>
            <pc:sldMk cId="0" sldId="265"/>
            <ac:spMk id="321" creationId="{00000000-0000-0000-0000-000000000000}"/>
          </ac:spMkLst>
        </pc:spChg>
        <pc:picChg chg="add mod">
          <ac:chgData name="Utkarsha Kale" userId="c0c0a35600cab47c" providerId="LiveId" clId="{68A10211-DA03-4B1F-95F5-6B351EED350A}" dt="2026-09-09T14:53:48.326" v="465" actId="1076"/>
          <ac:picMkLst>
            <pc:docMk/>
            <pc:sldMk cId="0" sldId="265"/>
            <ac:picMk id="4" creationId="{04F0CD82-6DFC-5171-B754-176A68565C45}"/>
          </ac:picMkLst>
        </pc:picChg>
        <pc:picChg chg="add mod">
          <ac:chgData name="Utkarsha Kale" userId="c0c0a35600cab47c" providerId="LiveId" clId="{68A10211-DA03-4B1F-95F5-6B351EED350A}" dt="2026-09-09T14:53:45.100" v="464" actId="1076"/>
          <ac:picMkLst>
            <pc:docMk/>
            <pc:sldMk cId="0" sldId="265"/>
            <ac:picMk id="5" creationId="{949CF0D3-35DD-CBD3-6935-782B4CBF37AA}"/>
          </ac:picMkLst>
        </pc:picChg>
      </pc:sldChg>
      <pc:sldChg chg="modSp mod">
        <pc:chgData name="Utkarsha Kale" userId="c0c0a35600cab47c" providerId="LiveId" clId="{68A10211-DA03-4B1F-95F5-6B351EED350A}" dt="2026-09-09T14:59:59.492" v="502" actId="27636"/>
        <pc:sldMkLst>
          <pc:docMk/>
          <pc:sldMk cId="0" sldId="266"/>
        </pc:sldMkLst>
        <pc:spChg chg="mod">
          <ac:chgData name="Utkarsha Kale" userId="c0c0a35600cab47c" providerId="LiveId" clId="{68A10211-DA03-4B1F-95F5-6B351EED350A}" dt="2026-09-09T14:59:59.492" v="502" actId="27636"/>
          <ac:spMkLst>
            <pc:docMk/>
            <pc:sldMk cId="0" sldId="266"/>
            <ac:spMk id="328" creationId="{00000000-0000-0000-0000-000000000000}"/>
          </ac:spMkLst>
        </pc:spChg>
      </pc:sldChg>
      <pc:sldChg chg="modSp mod">
        <pc:chgData name="Utkarsha Kale" userId="c0c0a35600cab47c" providerId="LiveId" clId="{68A10211-DA03-4B1F-95F5-6B351EED350A}" dt="2026-09-09T15:01:19.036" v="508" actId="403"/>
        <pc:sldMkLst>
          <pc:docMk/>
          <pc:sldMk cId="0" sldId="267"/>
        </pc:sldMkLst>
        <pc:spChg chg="mod">
          <ac:chgData name="Utkarsha Kale" userId="c0c0a35600cab47c" providerId="LiveId" clId="{68A10211-DA03-4B1F-95F5-6B351EED350A}" dt="2026-09-09T15:01:19.036" v="508" actId="403"/>
          <ac:spMkLst>
            <pc:docMk/>
            <pc:sldMk cId="0" sldId="267"/>
            <ac:spMk id="2" creationId="{038F9541-32D1-BF8E-F01D-1AFC131D0E09}"/>
          </ac:spMkLst>
        </pc:spChg>
      </pc:sldChg>
      <pc:sldChg chg="addSp delSp modSp new del mod">
        <pc:chgData name="Utkarsha Kale" userId="c0c0a35600cab47c" providerId="LiveId" clId="{68A10211-DA03-4B1F-95F5-6B351EED350A}" dt="2026-09-09T14:58:15.785" v="494" actId="47"/>
        <pc:sldMkLst>
          <pc:docMk/>
          <pc:sldMk cId="1340713024" sldId="270"/>
        </pc:sldMkLst>
        <pc:spChg chg="add del mod">
          <ac:chgData name="Utkarsha Kale" userId="c0c0a35600cab47c" providerId="LiveId" clId="{68A10211-DA03-4B1F-95F5-6B351EED350A}" dt="2026-09-09T14:58:00.282" v="491"/>
          <ac:spMkLst>
            <pc:docMk/>
            <pc:sldMk cId="1340713024" sldId="270"/>
            <ac:spMk id="3" creationId="{98C7747F-3FBA-4982-E8E2-80777F831A2C}"/>
          </ac:spMkLst>
        </pc:spChg>
        <pc:spChg chg="add del mod">
          <ac:chgData name="Utkarsha Kale" userId="c0c0a35600cab47c" providerId="LiveId" clId="{68A10211-DA03-4B1F-95F5-6B351EED350A}" dt="2026-09-09T14:58:02.556" v="493" actId="478"/>
          <ac:spMkLst>
            <pc:docMk/>
            <pc:sldMk cId="1340713024" sldId="270"/>
            <ac:spMk id="4" creationId="{066216CE-21C2-D729-0443-887BABE6813C}"/>
          </ac:spMkLst>
        </pc:spChg>
      </pc:sldChg>
      <pc:sldMasterChg chg="delSldLayout">
        <pc:chgData name="Utkarsha Kale" userId="c0c0a35600cab47c" providerId="LiveId" clId="{68A10211-DA03-4B1F-95F5-6B351EED350A}" dt="2026-09-09T14:58:15.785" v="494" actId="47"/>
        <pc:sldMasterMkLst>
          <pc:docMk/>
          <pc:sldMasterMk cId="0" sldId="2147483669"/>
        </pc:sldMasterMkLst>
        <pc:sldLayoutChg chg="del">
          <pc:chgData name="Utkarsha Kale" userId="c0c0a35600cab47c" providerId="LiveId" clId="{68A10211-DA03-4B1F-95F5-6B351EED350A}" dt="2026-09-09T14:58:15.785" v="494" actId="47"/>
          <pc:sldLayoutMkLst>
            <pc:docMk/>
            <pc:sldMasterMk cId="0" sldId="2147483669"/>
            <pc:sldLayoutMk cId="0"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 name="Google Shape;50;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51" name="Google Shape;51;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3"/>
        <p:cNvGrpSpPr/>
        <p:nvPr/>
      </p:nvGrpSpPr>
      <p:grpSpPr>
        <a:xfrm>
          <a:off x="0" y="0"/>
          <a:ext cx="0" cy="0"/>
          <a:chOff x="0" y="0"/>
          <a:chExt cx="0" cy="0"/>
        </a:xfrm>
      </p:grpSpPr>
      <p:sp>
        <p:nvSpPr>
          <p:cNvPr id="74" name="Google Shape;74;p2"/>
          <p:cNvSpPr txBox="1">
            <a:spLocks noGrp="1"/>
          </p:cNvSpPr>
          <p:nvPr>
            <p:ph type="body" idx="1"/>
          </p:nvPr>
        </p:nvSpPr>
        <p:spPr>
          <a:xfrm>
            <a:off x="6312871" y="4141999"/>
            <a:ext cx="4220700" cy="8616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228600" algn="l" rtl="0">
              <a:spcBef>
                <a:spcPts val="1000"/>
              </a:spcBef>
              <a:spcAft>
                <a:spcPts val="0"/>
              </a:spcAft>
              <a:buSzPts val="1600"/>
              <a:buNone/>
              <a:defRPr sz="2000"/>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75" name="Google Shape;75;p2"/>
          <p:cNvSpPr/>
          <p:nvPr/>
        </p:nvSpPr>
        <p:spPr>
          <a:xfrm>
            <a:off x="740309" y="1382809"/>
            <a:ext cx="1229700" cy="10599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6" name="Google Shape;76;p2"/>
          <p:cNvSpPr/>
          <p:nvPr/>
        </p:nvSpPr>
        <p:spPr>
          <a:xfrm>
            <a:off x="3755031" y="1194620"/>
            <a:ext cx="1666200" cy="1436400"/>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7" name="Google Shape;77;p2"/>
          <p:cNvSpPr/>
          <p:nvPr/>
        </p:nvSpPr>
        <p:spPr>
          <a:xfrm>
            <a:off x="3804994" y="5233183"/>
            <a:ext cx="718200" cy="619200"/>
          </a:xfrm>
          <a:prstGeom prst="hexagon">
            <a:avLst>
              <a:gd name="adj" fmla="val 25000"/>
              <a:gd name="vf" fmla="val 11547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8" name="Google Shape;78;p2"/>
          <p:cNvSpPr/>
          <p:nvPr/>
        </p:nvSpPr>
        <p:spPr>
          <a:xfrm>
            <a:off x="1837838" y="1101306"/>
            <a:ext cx="651600" cy="561600"/>
          </a:xfrm>
          <a:prstGeom prst="hexagon">
            <a:avLst>
              <a:gd name="adj" fmla="val 25000"/>
              <a:gd name="vf" fmla="val 11547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Google Shape;79;p2"/>
          <p:cNvSpPr>
            <a:spLocks noGrp="1"/>
          </p:cNvSpPr>
          <p:nvPr>
            <p:ph type="pic" idx="2"/>
          </p:nvPr>
        </p:nvSpPr>
        <p:spPr>
          <a:xfrm>
            <a:off x="1571515" y="1914044"/>
            <a:ext cx="3993600" cy="3617700"/>
          </a:xfrm>
          <a:prstGeom prst="rect">
            <a:avLst/>
          </a:prstGeom>
          <a:noFill/>
          <a:ln>
            <a:noFill/>
          </a:ln>
        </p:spPr>
      </p:sp>
      <p:sp>
        <p:nvSpPr>
          <p:cNvPr id="80" name="Google Shape;80;p2"/>
          <p:cNvSpPr txBox="1">
            <a:spLocks noGrp="1"/>
          </p:cNvSpPr>
          <p:nvPr>
            <p:ph type="title"/>
          </p:nvPr>
        </p:nvSpPr>
        <p:spPr>
          <a:xfrm>
            <a:off x="6312871" y="2050552"/>
            <a:ext cx="4998600" cy="1749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1"/>
        <p:cNvGrpSpPr/>
        <p:nvPr/>
      </p:nvGrpSpPr>
      <p:grpSpPr>
        <a:xfrm>
          <a:off x="0" y="0"/>
          <a:ext cx="0" cy="0"/>
          <a:chOff x="0" y="0"/>
          <a:chExt cx="0" cy="0"/>
        </a:xfrm>
      </p:grpSpPr>
      <p:sp>
        <p:nvSpPr>
          <p:cNvPr id="82" name="Google Shape;82;p3"/>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spcBef>
                <a:spcPts val="1000"/>
              </a:spcBef>
              <a:spcAft>
                <a:spcPts val="0"/>
              </a:spcAft>
              <a:buClr>
                <a:schemeClr val="accent4"/>
              </a:buClr>
              <a:buSzPts val="1600"/>
              <a:buFont typeface="Noto Sans Symbols"/>
              <a:buChar char="▪"/>
              <a:defRPr sz="2000"/>
            </a:lvl1pPr>
            <a:lvl2pPr marL="914400" lvl="1" indent="-320040" algn="l" rtl="0">
              <a:spcBef>
                <a:spcPts val="1000"/>
              </a:spcBef>
              <a:spcAft>
                <a:spcPts val="0"/>
              </a:spcAft>
              <a:buClr>
                <a:schemeClr val="accent4"/>
              </a:buClr>
              <a:buSzPts val="1440"/>
              <a:buFont typeface="Noto Sans Symbols"/>
              <a:buChar char="▪"/>
              <a:defRPr sz="1800"/>
            </a:lvl2pPr>
            <a:lvl3pPr marL="1371600" lvl="2" indent="-309880" algn="l" rtl="0">
              <a:spcBef>
                <a:spcPts val="1000"/>
              </a:spcBef>
              <a:spcAft>
                <a:spcPts val="0"/>
              </a:spcAft>
              <a:buClr>
                <a:schemeClr val="accent4"/>
              </a:buClr>
              <a:buSzPts val="1280"/>
              <a:buFont typeface="Noto Sans Symbols"/>
              <a:buChar char="▪"/>
              <a:defRPr sz="1600"/>
            </a:lvl3pPr>
            <a:lvl4pPr marL="1828800" lvl="3" indent="-309880" algn="l" rtl="0">
              <a:spcBef>
                <a:spcPts val="1000"/>
              </a:spcBef>
              <a:spcAft>
                <a:spcPts val="0"/>
              </a:spcAft>
              <a:buClr>
                <a:schemeClr val="accent4"/>
              </a:buClr>
              <a:buSzPts val="1280"/>
              <a:buFont typeface="Noto Sans Symbols"/>
              <a:buChar char="▪"/>
              <a:defRPr sz="1600"/>
            </a:lvl4pPr>
            <a:lvl5pPr marL="2286000" lvl="4" indent="-309880" algn="l" rtl="0">
              <a:spcBef>
                <a:spcPts val="1000"/>
              </a:spcBef>
              <a:spcAft>
                <a:spcPts val="0"/>
              </a:spcAft>
              <a:buClr>
                <a:schemeClr val="accent4"/>
              </a:buClr>
              <a:buSzPts val="1280"/>
              <a:buFont typeface="Noto Sans Symbols"/>
              <a:buChar char="▪"/>
              <a:defRPr sz="16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83" name="Google Shape;83;p3"/>
          <p:cNvSpPr/>
          <p:nvPr/>
        </p:nvSpPr>
        <p:spPr>
          <a:xfrm>
            <a:off x="9354457" y="5363987"/>
            <a:ext cx="457200" cy="4572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4" name="Google Shape;84;p3"/>
          <p:cNvSpPr/>
          <p:nvPr/>
        </p:nvSpPr>
        <p:spPr>
          <a:xfrm>
            <a:off x="6692791" y="1699889"/>
            <a:ext cx="319800" cy="319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5" name="Google Shape;85;p3"/>
          <p:cNvSpPr/>
          <p:nvPr/>
        </p:nvSpPr>
        <p:spPr>
          <a:xfrm>
            <a:off x="9354457" y="5897738"/>
            <a:ext cx="180000" cy="180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86" name="Google Shape;86;p3"/>
          <p:cNvSpPr>
            <a:spLocks noGrp="1"/>
          </p:cNvSpPr>
          <p:nvPr>
            <p:ph type="pic" idx="2"/>
          </p:nvPr>
        </p:nvSpPr>
        <p:spPr>
          <a:xfrm>
            <a:off x="7090227" y="786181"/>
            <a:ext cx="4441500" cy="5393100"/>
          </a:xfrm>
          <a:prstGeom prst="rect">
            <a:avLst/>
          </a:prstGeom>
          <a:noFill/>
          <a:ln>
            <a:noFill/>
          </a:ln>
        </p:spPr>
      </p:sp>
      <p:sp>
        <p:nvSpPr>
          <p:cNvPr id="87" name="Google Shape;87;p3"/>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88"/>
        <p:cNvGrpSpPr/>
        <p:nvPr/>
      </p:nvGrpSpPr>
      <p:grpSpPr>
        <a:xfrm>
          <a:off x="0" y="0"/>
          <a:ext cx="0" cy="0"/>
          <a:chOff x="0" y="0"/>
          <a:chExt cx="0" cy="0"/>
        </a:xfrm>
      </p:grpSpPr>
      <p:sp>
        <p:nvSpPr>
          <p:cNvPr id="89" name="Google Shape;89;p4"/>
          <p:cNvSpPr/>
          <p:nvPr/>
        </p:nvSpPr>
        <p:spPr>
          <a:xfrm>
            <a:off x="7362825" y="443263"/>
            <a:ext cx="362100" cy="362100"/>
          </a:xfrm>
          <a:prstGeom prst="ellipse">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0" name="Google Shape;90;p4"/>
          <p:cNvSpPr/>
          <p:nvPr/>
        </p:nvSpPr>
        <p:spPr>
          <a:xfrm>
            <a:off x="11007246" y="5605994"/>
            <a:ext cx="654300" cy="6543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1" name="Google Shape;91;p4"/>
          <p:cNvSpPr/>
          <p:nvPr/>
        </p:nvSpPr>
        <p:spPr>
          <a:xfrm>
            <a:off x="10683791" y="6132439"/>
            <a:ext cx="251100" cy="2511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5"/>
              </a:solidFill>
              <a:latin typeface="Trebuchet MS"/>
              <a:ea typeface="Trebuchet MS"/>
              <a:cs typeface="Trebuchet MS"/>
              <a:sym typeface="Trebuchet MS"/>
            </a:endParaRPr>
          </a:p>
        </p:txBody>
      </p:sp>
      <p:sp>
        <p:nvSpPr>
          <p:cNvPr id="92" name="Google Shape;92;p4"/>
          <p:cNvSpPr>
            <a:spLocks noGrp="1"/>
          </p:cNvSpPr>
          <p:nvPr>
            <p:ph type="pic" idx="2"/>
          </p:nvPr>
        </p:nvSpPr>
        <p:spPr>
          <a:xfrm>
            <a:off x="5733416" y="624239"/>
            <a:ext cx="5855700" cy="5631600"/>
          </a:xfrm>
          <a:prstGeom prst="rect">
            <a:avLst/>
          </a:prstGeom>
          <a:noFill/>
          <a:ln>
            <a:noFill/>
          </a:ln>
        </p:spPr>
      </p:sp>
      <p:sp>
        <p:nvSpPr>
          <p:cNvPr id="93" name="Google Shape;93;p4"/>
          <p:cNvSpPr txBox="1">
            <a:spLocks noGrp="1"/>
          </p:cNvSpPr>
          <p:nvPr>
            <p:ph type="body" idx="1"/>
          </p:nvPr>
        </p:nvSpPr>
        <p:spPr>
          <a:xfrm>
            <a:off x="660400" y="2044700"/>
            <a:ext cx="4275000" cy="3560700"/>
          </a:xfrm>
          <a:prstGeom prst="rect">
            <a:avLst/>
          </a:prstGeom>
          <a:noFill/>
          <a:ln>
            <a:noFill/>
          </a:ln>
        </p:spPr>
        <p:txBody>
          <a:bodyPr spcFirstLastPara="1" wrap="square" lIns="91425" tIns="45700" rIns="91425" bIns="45700" anchor="t" anchorCtr="0">
            <a:normAutofit/>
          </a:bodyPr>
          <a:lstStyle>
            <a:lvl1pPr marL="457200" lvl="0" indent="-330200" algn="l" rtl="0">
              <a:lnSpc>
                <a:spcPct val="150000"/>
              </a:lnSpc>
              <a:spcBef>
                <a:spcPts val="1000"/>
              </a:spcBef>
              <a:spcAft>
                <a:spcPts val="0"/>
              </a:spcAft>
              <a:buClr>
                <a:schemeClr val="accent4"/>
              </a:buClr>
              <a:buSzPts val="1600"/>
              <a:buFont typeface="Noto Sans Symbols"/>
              <a:buChar char="▪"/>
              <a:defRPr sz="2000"/>
            </a:lvl1pPr>
            <a:lvl2pPr marL="914400" lvl="1" indent="-330200" algn="l" rtl="0">
              <a:spcBef>
                <a:spcPts val="1000"/>
              </a:spcBef>
              <a:spcAft>
                <a:spcPts val="0"/>
              </a:spcAft>
              <a:buClr>
                <a:schemeClr val="accent4"/>
              </a:buClr>
              <a:buSzPts val="1600"/>
              <a:buFont typeface="Noto Sans Symbols"/>
              <a:buChar char="▪"/>
              <a:defRPr sz="2000"/>
            </a:lvl2pPr>
            <a:lvl3pPr marL="1371600" lvl="2" indent="-320040" algn="l" rtl="0">
              <a:spcBef>
                <a:spcPts val="1000"/>
              </a:spcBef>
              <a:spcAft>
                <a:spcPts val="0"/>
              </a:spcAft>
              <a:buClr>
                <a:schemeClr val="accent4"/>
              </a:buClr>
              <a:buSzPts val="1440"/>
              <a:buFont typeface="Noto Sans Symbols"/>
              <a:buChar char="▪"/>
              <a:defRPr sz="1800"/>
            </a:lvl3pPr>
            <a:lvl4pPr marL="1828800" lvl="3" indent="-320040" algn="l" rtl="0">
              <a:spcBef>
                <a:spcPts val="1000"/>
              </a:spcBef>
              <a:spcAft>
                <a:spcPts val="0"/>
              </a:spcAft>
              <a:buClr>
                <a:schemeClr val="accent4"/>
              </a:buClr>
              <a:buSzPts val="1440"/>
              <a:buFont typeface="Noto Sans Symbols"/>
              <a:buChar char="▪"/>
              <a:defRPr sz="1800"/>
            </a:lvl4pPr>
            <a:lvl5pPr marL="2286000" lvl="4" indent="-320040" algn="l" rtl="0">
              <a:spcBef>
                <a:spcPts val="1000"/>
              </a:spcBef>
              <a:spcAft>
                <a:spcPts val="0"/>
              </a:spcAft>
              <a:buClr>
                <a:schemeClr val="accent4"/>
              </a:buClr>
              <a:buSzPts val="1440"/>
              <a:buFont typeface="Noto Sans Symbols"/>
              <a:buChar char="▪"/>
              <a:defRPr sz="1800"/>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94" name="Google Shape;94;p4"/>
          <p:cNvSpPr txBox="1">
            <a:spLocks noGrp="1"/>
          </p:cNvSpPr>
          <p:nvPr>
            <p:ph type="title"/>
          </p:nvPr>
        </p:nvSpPr>
        <p:spPr>
          <a:xfrm>
            <a:off x="660400" y="805213"/>
            <a:ext cx="4275000" cy="831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800"/>
              <a:buFont typeface="Trebuchet MS"/>
              <a:buNone/>
              <a:defRPr sz="4800" b="1">
                <a:solidFill>
                  <a:schemeClr val="dk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95"/>
        <p:cNvGrpSpPr/>
        <p:nvPr/>
      </p:nvGrpSpPr>
      <p:grpSpPr>
        <a:xfrm>
          <a:off x="0" y="0"/>
          <a:ext cx="0" cy="0"/>
          <a:chOff x="0" y="0"/>
          <a:chExt cx="0" cy="0"/>
        </a:xfrm>
      </p:grpSpPr>
      <p:sp>
        <p:nvSpPr>
          <p:cNvPr id="96" name="Google Shape;96;p5"/>
          <p:cNvSpPr>
            <a:spLocks noGrp="1"/>
          </p:cNvSpPr>
          <p:nvPr>
            <p:ph type="pic" idx="2"/>
          </p:nvPr>
        </p:nvSpPr>
        <p:spPr>
          <a:xfrm>
            <a:off x="5353508" y="2555551"/>
            <a:ext cx="1485000" cy="1280100"/>
          </a:xfrm>
          <a:prstGeom prst="rect">
            <a:avLst/>
          </a:prstGeom>
          <a:noFill/>
          <a:ln>
            <a:noFill/>
          </a:ln>
        </p:spPr>
      </p:sp>
      <p:sp>
        <p:nvSpPr>
          <p:cNvPr id="97" name="Google Shape;97;p5"/>
          <p:cNvSpPr>
            <a:spLocks noGrp="1"/>
          </p:cNvSpPr>
          <p:nvPr>
            <p:ph type="pic" idx="3"/>
          </p:nvPr>
        </p:nvSpPr>
        <p:spPr>
          <a:xfrm>
            <a:off x="3115921" y="2555551"/>
            <a:ext cx="1485000" cy="1280100"/>
          </a:xfrm>
          <a:prstGeom prst="rect">
            <a:avLst/>
          </a:prstGeom>
          <a:noFill/>
          <a:ln>
            <a:noFill/>
          </a:ln>
        </p:spPr>
      </p:sp>
      <p:sp>
        <p:nvSpPr>
          <p:cNvPr id="98" name="Google Shape;98;p5"/>
          <p:cNvSpPr>
            <a:spLocks noGrp="1"/>
          </p:cNvSpPr>
          <p:nvPr>
            <p:ph type="pic" idx="4"/>
          </p:nvPr>
        </p:nvSpPr>
        <p:spPr>
          <a:xfrm>
            <a:off x="7602465" y="2555551"/>
            <a:ext cx="1485000" cy="1280100"/>
          </a:xfrm>
          <a:prstGeom prst="rect">
            <a:avLst/>
          </a:prstGeom>
          <a:noFill/>
          <a:ln>
            <a:noFill/>
          </a:ln>
        </p:spPr>
      </p:sp>
      <p:sp>
        <p:nvSpPr>
          <p:cNvPr id="99" name="Google Shape;99;p5"/>
          <p:cNvSpPr>
            <a:spLocks noGrp="1"/>
          </p:cNvSpPr>
          <p:nvPr>
            <p:ph type="pic" idx="5"/>
          </p:nvPr>
        </p:nvSpPr>
        <p:spPr>
          <a:xfrm>
            <a:off x="9840051" y="2555551"/>
            <a:ext cx="1485000" cy="1280100"/>
          </a:xfrm>
          <a:prstGeom prst="rect">
            <a:avLst/>
          </a:prstGeom>
          <a:noFill/>
          <a:ln>
            <a:noFill/>
          </a:ln>
        </p:spPr>
      </p:sp>
      <p:sp>
        <p:nvSpPr>
          <p:cNvPr id="100" name="Google Shape;100;p5"/>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5"/>
          <p:cNvSpPr/>
          <p:nvPr/>
        </p:nvSpPr>
        <p:spPr>
          <a:xfrm>
            <a:off x="546669" y="3467555"/>
            <a:ext cx="458400" cy="395100"/>
          </a:xfrm>
          <a:prstGeom prst="hexagon">
            <a:avLst>
              <a:gd name="adj" fmla="val 25000"/>
              <a:gd name="vf" fmla="val 11547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2" name="Google Shape;102;p5"/>
          <p:cNvSpPr/>
          <p:nvPr/>
        </p:nvSpPr>
        <p:spPr>
          <a:xfrm>
            <a:off x="11113337" y="2394722"/>
            <a:ext cx="358500" cy="309000"/>
          </a:xfrm>
          <a:prstGeom prst="hexagon">
            <a:avLst>
              <a:gd name="adj" fmla="val 25000"/>
              <a:gd name="vf" fmla="val 11547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3" name="Google Shape;103;p5"/>
          <p:cNvSpPr/>
          <p:nvPr/>
        </p:nvSpPr>
        <p:spPr>
          <a:xfrm>
            <a:off x="10882649" y="2202202"/>
            <a:ext cx="230700" cy="198900"/>
          </a:xfrm>
          <a:prstGeom prst="hexagon">
            <a:avLst>
              <a:gd name="adj" fmla="val 25000"/>
              <a:gd name="vf" fmla="val 115470"/>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104" name="Google Shape;104;p5"/>
          <p:cNvSpPr txBox="1">
            <a:spLocks noGrp="1"/>
          </p:cNvSpPr>
          <p:nvPr>
            <p:ph type="body" idx="1"/>
          </p:nvPr>
        </p:nvSpPr>
        <p:spPr>
          <a:xfrm>
            <a:off x="546668"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5" name="Google Shape;105;p5"/>
          <p:cNvSpPr txBox="1">
            <a:spLocks noGrp="1"/>
          </p:cNvSpPr>
          <p:nvPr>
            <p:ph type="body" idx="6"/>
          </p:nvPr>
        </p:nvSpPr>
        <p:spPr>
          <a:xfrm>
            <a:off x="556692"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6" name="Google Shape;106;p5"/>
          <p:cNvSpPr txBox="1">
            <a:spLocks noGrp="1"/>
          </p:cNvSpPr>
          <p:nvPr>
            <p:ph type="body" idx="7"/>
          </p:nvPr>
        </p:nvSpPr>
        <p:spPr>
          <a:xfrm>
            <a:off x="2789482"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7" name="Google Shape;107;p5"/>
          <p:cNvSpPr txBox="1">
            <a:spLocks noGrp="1"/>
          </p:cNvSpPr>
          <p:nvPr>
            <p:ph type="body" idx="8"/>
          </p:nvPr>
        </p:nvSpPr>
        <p:spPr>
          <a:xfrm>
            <a:off x="278948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8" name="Google Shape;108;p5"/>
          <p:cNvSpPr txBox="1">
            <a:spLocks noGrp="1"/>
          </p:cNvSpPr>
          <p:nvPr>
            <p:ph type="body" idx="9"/>
          </p:nvPr>
        </p:nvSpPr>
        <p:spPr>
          <a:xfrm>
            <a:off x="5032296"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09" name="Google Shape;109;p5"/>
          <p:cNvSpPr txBox="1">
            <a:spLocks noGrp="1"/>
          </p:cNvSpPr>
          <p:nvPr>
            <p:ph type="body" idx="13"/>
          </p:nvPr>
        </p:nvSpPr>
        <p:spPr>
          <a:xfrm>
            <a:off x="502920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0" name="Google Shape;110;p5"/>
          <p:cNvSpPr txBox="1">
            <a:spLocks noGrp="1"/>
          </p:cNvSpPr>
          <p:nvPr>
            <p:ph type="body" idx="14"/>
          </p:nvPr>
        </p:nvSpPr>
        <p:spPr>
          <a:xfrm>
            <a:off x="7275110"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1" name="Google Shape;111;p5"/>
          <p:cNvSpPr txBox="1">
            <a:spLocks noGrp="1"/>
          </p:cNvSpPr>
          <p:nvPr>
            <p:ph type="body" idx="15"/>
          </p:nvPr>
        </p:nvSpPr>
        <p:spPr>
          <a:xfrm>
            <a:off x="7275111"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2" name="Google Shape;112;p5"/>
          <p:cNvSpPr txBox="1">
            <a:spLocks noGrp="1"/>
          </p:cNvSpPr>
          <p:nvPr>
            <p:ph type="body" idx="16"/>
          </p:nvPr>
        </p:nvSpPr>
        <p:spPr>
          <a:xfrm>
            <a:off x="9517923" y="4172761"/>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600"/>
              <a:buNone/>
              <a:defRPr sz="2000" b="1">
                <a:solidFill>
                  <a:schemeClr val="accent4"/>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3" name="Google Shape;113;p5"/>
          <p:cNvSpPr txBox="1">
            <a:spLocks noGrp="1"/>
          </p:cNvSpPr>
          <p:nvPr>
            <p:ph type="body" idx="17"/>
          </p:nvPr>
        </p:nvSpPr>
        <p:spPr>
          <a:xfrm>
            <a:off x="9517923" y="4588259"/>
            <a:ext cx="2139600" cy="344400"/>
          </a:xfrm>
          <a:prstGeom prst="rect">
            <a:avLst/>
          </a:prstGeom>
          <a:noFill/>
          <a:ln>
            <a:noFill/>
          </a:ln>
        </p:spPr>
        <p:txBody>
          <a:bodyPr spcFirstLastPara="1" wrap="square" lIns="91425" tIns="45700" rIns="91425" bIns="45700" anchor="t" anchorCtr="0">
            <a:normAutofit/>
          </a:bodyPr>
          <a:lstStyle>
            <a:lvl1pPr marL="457200" lvl="0" indent="-228600" algn="ctr" rtl="0">
              <a:spcBef>
                <a:spcPts val="1000"/>
              </a:spcBef>
              <a:spcAft>
                <a:spcPts val="0"/>
              </a:spcAft>
              <a:buSzPts val="1280"/>
              <a:buNone/>
              <a:defRPr sz="1600">
                <a:solidFill>
                  <a:schemeClr val="dk1"/>
                </a:solidFill>
                <a:latin typeface="Trebuchet MS"/>
                <a:ea typeface="Trebuchet MS"/>
                <a:cs typeface="Trebuchet MS"/>
                <a:sym typeface="Trebuchet MS"/>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14" name="Google Shape;114;p5"/>
          <p:cNvSpPr>
            <a:spLocks noGrp="1"/>
          </p:cNvSpPr>
          <p:nvPr>
            <p:ph type="pic" idx="18"/>
          </p:nvPr>
        </p:nvSpPr>
        <p:spPr>
          <a:xfrm>
            <a:off x="878337" y="2555551"/>
            <a:ext cx="1485000" cy="12801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grpSp>
        <p:nvGrpSpPr>
          <p:cNvPr id="116" name="Google Shape;116;p6"/>
          <p:cNvGrpSpPr/>
          <p:nvPr/>
        </p:nvGrpSpPr>
        <p:grpSpPr>
          <a:xfrm>
            <a:off x="0" y="-8467"/>
            <a:ext cx="12192133" cy="6866580"/>
            <a:chOff x="0" y="-8467"/>
            <a:chExt cx="12192133" cy="6866580"/>
          </a:xfrm>
        </p:grpSpPr>
        <p:sp>
          <p:nvSpPr>
            <p:cNvPr id="117" name="Google Shape;117;p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200"/>
              </a:schemeClr>
            </a:solidFill>
            <a:ln>
              <a:noFill/>
            </a:ln>
          </p:spPr>
        </p:sp>
        <p:cxnSp>
          <p:nvCxnSpPr>
            <p:cNvPr id="118" name="Google Shape;118;p6"/>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119" name="Google Shape;119;p6"/>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120" name="Google Shape;120;p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121" name="Google Shape;121;p6"/>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22" name="Google Shape;122;p6"/>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124" name="Google Shape;124;p6"/>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125" name="Google Shape;125;p6"/>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26" name="Google Shape;126;p6"/>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 name="Google Shape;127;p6"/>
          <p:cNvSpPr txBox="1">
            <a:spLocks noGrp="1"/>
          </p:cNvSpPr>
          <p:nvPr>
            <p:ph type="ctrTitle"/>
          </p:nvPr>
        </p:nvSpPr>
        <p:spPr>
          <a:xfrm>
            <a:off x="1507067" y="2404534"/>
            <a:ext cx="7767000" cy="16464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Clr>
                <a:schemeClr val="accent1"/>
              </a:buClr>
              <a:buSzPts val="5400"/>
              <a:buFont typeface="Trebuchet MS"/>
              <a:buNone/>
              <a:defRPr sz="5400">
                <a:solidFill>
                  <a:schemeClr val="accen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6"/>
          <p:cNvSpPr txBox="1">
            <a:spLocks noGrp="1"/>
          </p:cNvSpPr>
          <p:nvPr>
            <p:ph type="subTitle" idx="1"/>
          </p:nvPr>
        </p:nvSpPr>
        <p:spPr>
          <a:xfrm>
            <a:off x="1507067" y="4050833"/>
            <a:ext cx="7767000" cy="1096800"/>
          </a:xfrm>
          <a:prstGeom prst="rect">
            <a:avLst/>
          </a:prstGeom>
          <a:noFill/>
          <a:ln>
            <a:noFill/>
          </a:ln>
        </p:spPr>
        <p:txBody>
          <a:bodyPr spcFirstLastPara="1" wrap="square" lIns="91425" tIns="45700" rIns="91425" bIns="45700" anchor="t" anchorCtr="0">
            <a:normAutofit/>
          </a:bodyPr>
          <a:lstStyle>
            <a:lvl1pPr lvl="0" algn="r" rtl="0">
              <a:spcBef>
                <a:spcPts val="1000"/>
              </a:spcBef>
              <a:spcAft>
                <a:spcPts val="0"/>
              </a:spcAft>
              <a:buSzPts val="1440"/>
              <a:buNone/>
              <a:defRPr>
                <a:solidFill>
                  <a:srgbClr val="7F7F7F"/>
                </a:solidFill>
              </a:defRPr>
            </a:lvl1pPr>
            <a:lvl2pPr lvl="1" algn="ctr" rtl="0">
              <a:spcBef>
                <a:spcPts val="1000"/>
              </a:spcBef>
              <a:spcAft>
                <a:spcPts val="0"/>
              </a:spcAft>
              <a:buSzPts val="1280"/>
              <a:buNone/>
              <a:defRPr>
                <a:solidFill>
                  <a:srgbClr val="888888"/>
                </a:solidFill>
              </a:defRPr>
            </a:lvl2pPr>
            <a:lvl3pPr lvl="2" algn="ctr" rtl="0">
              <a:spcBef>
                <a:spcPts val="1000"/>
              </a:spcBef>
              <a:spcAft>
                <a:spcPts val="0"/>
              </a:spcAft>
              <a:buSzPts val="1120"/>
              <a:buNone/>
              <a:defRPr>
                <a:solidFill>
                  <a:srgbClr val="888888"/>
                </a:solidFill>
              </a:defRPr>
            </a:lvl3pPr>
            <a:lvl4pPr lvl="3" algn="ctr" rtl="0">
              <a:spcBef>
                <a:spcPts val="1000"/>
              </a:spcBef>
              <a:spcAft>
                <a:spcPts val="0"/>
              </a:spcAft>
              <a:buSzPts val="960"/>
              <a:buNone/>
              <a:defRPr>
                <a:solidFill>
                  <a:srgbClr val="888888"/>
                </a:solidFill>
              </a:defRPr>
            </a:lvl4pPr>
            <a:lvl5pPr lvl="4" algn="ctr" rtl="0">
              <a:spcBef>
                <a:spcPts val="1000"/>
              </a:spcBef>
              <a:spcAft>
                <a:spcPts val="0"/>
              </a:spcAft>
              <a:buSzPts val="960"/>
              <a:buNone/>
              <a:defRPr>
                <a:solidFill>
                  <a:srgbClr val="888888"/>
                </a:solidFill>
              </a:defRPr>
            </a:lvl5pPr>
            <a:lvl6pPr lvl="5" algn="ctr" rtl="0">
              <a:spcBef>
                <a:spcPts val="1000"/>
              </a:spcBef>
              <a:spcAft>
                <a:spcPts val="0"/>
              </a:spcAft>
              <a:buSzPts val="960"/>
              <a:buNone/>
              <a:defRPr>
                <a:solidFill>
                  <a:srgbClr val="888888"/>
                </a:solidFill>
              </a:defRPr>
            </a:lvl6pPr>
            <a:lvl7pPr lvl="6" algn="ctr" rtl="0">
              <a:spcBef>
                <a:spcPts val="1000"/>
              </a:spcBef>
              <a:spcAft>
                <a:spcPts val="0"/>
              </a:spcAft>
              <a:buSzPts val="960"/>
              <a:buNone/>
              <a:defRPr>
                <a:solidFill>
                  <a:srgbClr val="888888"/>
                </a:solidFill>
              </a:defRPr>
            </a:lvl7pPr>
            <a:lvl8pPr lvl="7" algn="ctr" rtl="0">
              <a:spcBef>
                <a:spcPts val="1000"/>
              </a:spcBef>
              <a:spcAft>
                <a:spcPts val="0"/>
              </a:spcAft>
              <a:buSzPts val="960"/>
              <a:buNone/>
              <a:defRPr>
                <a:solidFill>
                  <a:srgbClr val="888888"/>
                </a:solidFill>
              </a:defRPr>
            </a:lvl8pPr>
            <a:lvl9pPr lvl="8" algn="ctr" rtl="0">
              <a:spcBef>
                <a:spcPts val="1000"/>
              </a:spcBef>
              <a:spcAft>
                <a:spcPts val="0"/>
              </a:spcAft>
              <a:buSzPts val="960"/>
              <a:buNone/>
              <a:defRPr>
                <a:solidFill>
                  <a:srgbClr val="888888"/>
                </a:solidFill>
              </a:defRPr>
            </a:lvl9pPr>
          </a:lstStyle>
          <a:p>
            <a:endParaRPr/>
          </a:p>
        </p:txBody>
      </p:sp>
      <p:sp>
        <p:nvSpPr>
          <p:cNvPr id="129" name="Google Shape;129;p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0" name="Google Shape;130;p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1" name="Google Shape;131;p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7"/>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35" name="Google Shape;135;p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6" name="Google Shape;136;p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7" name="Google Shape;137;p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77335" y="2700867"/>
            <a:ext cx="8596800" cy="182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000"/>
              <a:buFont typeface="Trebuchet MS"/>
              <a:buNone/>
              <a:defRPr sz="40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8"/>
          <p:cNvSpPr txBox="1">
            <a:spLocks noGrp="1"/>
          </p:cNvSpPr>
          <p:nvPr>
            <p:ph type="body" idx="1"/>
          </p:nvPr>
        </p:nvSpPr>
        <p:spPr>
          <a:xfrm>
            <a:off x="677335" y="4527448"/>
            <a:ext cx="8596800" cy="8604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600"/>
              <a:buNone/>
              <a:defRPr sz="20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41" name="Google Shape;141;p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9"/>
          <p:cNvSpPr txBox="1">
            <a:spLocks noGrp="1"/>
          </p:cNvSpPr>
          <p:nvPr>
            <p:ph type="body" idx="1"/>
          </p:nvPr>
        </p:nvSpPr>
        <p:spPr>
          <a:xfrm>
            <a:off x="677334"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7" name="Google Shape;147;p9"/>
          <p:cNvSpPr txBox="1">
            <a:spLocks noGrp="1"/>
          </p:cNvSpPr>
          <p:nvPr>
            <p:ph type="body" idx="2"/>
          </p:nvPr>
        </p:nvSpPr>
        <p:spPr>
          <a:xfrm>
            <a:off x="5089970" y="2160589"/>
            <a:ext cx="4184100" cy="3880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48" name="Google Shape;148;p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1"/>
        <p:cNvGrpSpPr/>
        <p:nvPr/>
      </p:nvGrpSpPr>
      <p:grpSpPr>
        <a:xfrm>
          <a:off x="0" y="0"/>
          <a:ext cx="0" cy="0"/>
          <a:chOff x="0" y="0"/>
          <a:chExt cx="0" cy="0"/>
        </a:xfrm>
      </p:grpSpPr>
      <p:sp>
        <p:nvSpPr>
          <p:cNvPr id="152" name="Google Shape;152;p1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3600"/>
              <a:buFont typeface="Trebuchet MS"/>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0"/>
          <p:cNvSpPr txBox="1">
            <a:spLocks noGrp="1"/>
          </p:cNvSpPr>
          <p:nvPr>
            <p:ph type="body" idx="1"/>
          </p:nvPr>
        </p:nvSpPr>
        <p:spPr>
          <a:xfrm>
            <a:off x="675745"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4" name="Google Shape;154;p10"/>
          <p:cNvSpPr txBox="1">
            <a:spLocks noGrp="1"/>
          </p:cNvSpPr>
          <p:nvPr>
            <p:ph type="body" idx="2"/>
          </p:nvPr>
        </p:nvSpPr>
        <p:spPr>
          <a:xfrm>
            <a:off x="675745"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5" name="Google Shape;155;p10"/>
          <p:cNvSpPr txBox="1">
            <a:spLocks noGrp="1"/>
          </p:cNvSpPr>
          <p:nvPr>
            <p:ph type="body" idx="3"/>
          </p:nvPr>
        </p:nvSpPr>
        <p:spPr>
          <a:xfrm>
            <a:off x="5088383" y="2160983"/>
            <a:ext cx="41856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None/>
              <a:defRPr sz="2400" b="0"/>
            </a:lvl1pPr>
            <a:lvl2pPr marL="914400" lvl="1" indent="-228600" algn="l" rtl="0">
              <a:spcBef>
                <a:spcPts val="1000"/>
              </a:spcBef>
              <a:spcAft>
                <a:spcPts val="0"/>
              </a:spcAft>
              <a:buSzPts val="1600"/>
              <a:buNone/>
              <a:defRPr sz="2000" b="1"/>
            </a:lvl2pPr>
            <a:lvl3pPr marL="1371600" lvl="2" indent="-228600" algn="l" rtl="0">
              <a:spcBef>
                <a:spcPts val="1000"/>
              </a:spcBef>
              <a:spcAft>
                <a:spcPts val="0"/>
              </a:spcAft>
              <a:buSzPts val="1440"/>
              <a:buNone/>
              <a:defRPr sz="1800" b="1"/>
            </a:lvl3pPr>
            <a:lvl4pPr marL="1828800" lvl="3" indent="-228600" algn="l" rtl="0">
              <a:spcBef>
                <a:spcPts val="1000"/>
              </a:spcBef>
              <a:spcAft>
                <a:spcPts val="0"/>
              </a:spcAft>
              <a:buSzPts val="1280"/>
              <a:buNone/>
              <a:defRPr sz="1600" b="1"/>
            </a:lvl4pPr>
            <a:lvl5pPr marL="2286000" lvl="4" indent="-228600" algn="l" rtl="0">
              <a:spcBef>
                <a:spcPts val="1000"/>
              </a:spcBef>
              <a:spcAft>
                <a:spcPts val="0"/>
              </a:spcAft>
              <a:buSzPts val="1280"/>
              <a:buNone/>
              <a:defRPr sz="1600" b="1"/>
            </a:lvl5pPr>
            <a:lvl6pPr marL="2743200" lvl="5" indent="-228600" algn="l" rtl="0">
              <a:spcBef>
                <a:spcPts val="1000"/>
              </a:spcBef>
              <a:spcAft>
                <a:spcPts val="0"/>
              </a:spcAft>
              <a:buSzPts val="1280"/>
              <a:buNone/>
              <a:defRPr sz="1600" b="1"/>
            </a:lvl6pPr>
            <a:lvl7pPr marL="3200400" lvl="6" indent="-228600" algn="l" rtl="0">
              <a:spcBef>
                <a:spcPts val="1000"/>
              </a:spcBef>
              <a:spcAft>
                <a:spcPts val="0"/>
              </a:spcAft>
              <a:buSzPts val="1280"/>
              <a:buNone/>
              <a:defRPr sz="1600" b="1"/>
            </a:lvl7pPr>
            <a:lvl8pPr marL="3657600" lvl="7" indent="-228600" algn="l" rtl="0">
              <a:spcBef>
                <a:spcPts val="1000"/>
              </a:spcBef>
              <a:spcAft>
                <a:spcPts val="0"/>
              </a:spcAft>
              <a:buSzPts val="1280"/>
              <a:buNone/>
              <a:defRPr sz="1600" b="1"/>
            </a:lvl8pPr>
            <a:lvl9pPr marL="4114800" lvl="8" indent="-228600" algn="l" rtl="0">
              <a:spcBef>
                <a:spcPts val="1000"/>
              </a:spcBef>
              <a:spcAft>
                <a:spcPts val="0"/>
              </a:spcAft>
              <a:buSzPts val="1280"/>
              <a:buNone/>
              <a:defRPr sz="1600" b="1"/>
            </a:lvl9pPr>
          </a:lstStyle>
          <a:p>
            <a:endParaRPr/>
          </a:p>
        </p:txBody>
      </p:sp>
      <p:sp>
        <p:nvSpPr>
          <p:cNvPr id="156" name="Google Shape;156;p10"/>
          <p:cNvSpPr txBox="1">
            <a:spLocks noGrp="1"/>
          </p:cNvSpPr>
          <p:nvPr>
            <p:ph type="body" idx="4"/>
          </p:nvPr>
        </p:nvSpPr>
        <p:spPr>
          <a:xfrm>
            <a:off x="5088384" y="2737245"/>
            <a:ext cx="4185600" cy="3304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57" name="Google Shape;157;p1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8" name="Google Shape;158;p1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9" name="Google Shape;159;p1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1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2" name="Google Shape;162;p1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3" name="Google Shape;163;p1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4" name="Google Shape;164;p1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677334" y="1498604"/>
            <a:ext cx="3854400" cy="1278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000"/>
              <a:buFont typeface="Trebuchet MS"/>
              <a:buNone/>
              <a:defRPr sz="200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1" name="Google Shape;171;p13"/>
          <p:cNvSpPr txBox="1">
            <a:spLocks noGrp="1"/>
          </p:cNvSpPr>
          <p:nvPr>
            <p:ph type="body" idx="1"/>
          </p:nvPr>
        </p:nvSpPr>
        <p:spPr>
          <a:xfrm>
            <a:off x="4760461" y="514924"/>
            <a:ext cx="4513500" cy="55263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72" name="Google Shape;172;p13"/>
          <p:cNvSpPr txBox="1">
            <a:spLocks noGrp="1"/>
          </p:cNvSpPr>
          <p:nvPr>
            <p:ph type="body" idx="2"/>
          </p:nvPr>
        </p:nvSpPr>
        <p:spPr>
          <a:xfrm>
            <a:off x="677334" y="2777069"/>
            <a:ext cx="3854400" cy="25845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120"/>
              <a:buNone/>
              <a:defRPr sz="1400"/>
            </a:lvl1pPr>
            <a:lvl2pPr marL="914400" lvl="1" indent="-228600" algn="l" rtl="0">
              <a:spcBef>
                <a:spcPts val="1000"/>
              </a:spcBef>
              <a:spcAft>
                <a:spcPts val="0"/>
              </a:spcAft>
              <a:buSzPts val="1120"/>
              <a:buNone/>
              <a:defRPr sz="1400"/>
            </a:lvl2pPr>
            <a:lvl3pPr marL="1371600" lvl="2" indent="-228600" algn="l" rtl="0">
              <a:spcBef>
                <a:spcPts val="1000"/>
              </a:spcBef>
              <a:spcAft>
                <a:spcPts val="0"/>
              </a:spcAft>
              <a:buSzPts val="960"/>
              <a:buNone/>
              <a:defRPr sz="1200"/>
            </a:lvl3pPr>
            <a:lvl4pPr marL="1828800" lvl="3" indent="-228600" algn="l" rtl="0">
              <a:spcBef>
                <a:spcPts val="1000"/>
              </a:spcBef>
              <a:spcAft>
                <a:spcPts val="0"/>
              </a:spcAft>
              <a:buSzPts val="800"/>
              <a:buNone/>
              <a:defRPr sz="1000"/>
            </a:lvl4pPr>
            <a:lvl5pPr marL="2286000" lvl="4" indent="-228600" algn="l" rtl="0">
              <a:spcBef>
                <a:spcPts val="1000"/>
              </a:spcBef>
              <a:spcAft>
                <a:spcPts val="0"/>
              </a:spcAft>
              <a:buSzPts val="800"/>
              <a:buNone/>
              <a:defRPr sz="1000"/>
            </a:lvl5pPr>
            <a:lvl6pPr marL="2743200" lvl="5" indent="-228600" algn="l" rtl="0">
              <a:spcBef>
                <a:spcPts val="1000"/>
              </a:spcBef>
              <a:spcAft>
                <a:spcPts val="0"/>
              </a:spcAft>
              <a:buSzPts val="800"/>
              <a:buNone/>
              <a:defRPr sz="1000"/>
            </a:lvl6pPr>
            <a:lvl7pPr marL="3200400" lvl="6" indent="-228600" algn="l" rtl="0">
              <a:spcBef>
                <a:spcPts val="1000"/>
              </a:spcBef>
              <a:spcAft>
                <a:spcPts val="0"/>
              </a:spcAft>
              <a:buSzPts val="800"/>
              <a:buNone/>
              <a:defRPr sz="1000"/>
            </a:lvl7pPr>
            <a:lvl8pPr marL="3657600" lvl="7" indent="-228600" algn="l" rtl="0">
              <a:spcBef>
                <a:spcPts val="1000"/>
              </a:spcBef>
              <a:spcAft>
                <a:spcPts val="0"/>
              </a:spcAft>
              <a:buSzPts val="800"/>
              <a:buNone/>
              <a:defRPr sz="1000"/>
            </a:lvl8pPr>
            <a:lvl9pPr marL="4114800" lvl="8" indent="-228600" algn="l" rtl="0">
              <a:spcBef>
                <a:spcPts val="1000"/>
              </a:spcBef>
              <a:spcAft>
                <a:spcPts val="0"/>
              </a:spcAft>
              <a:buSzPts val="800"/>
              <a:buNone/>
              <a:defRPr sz="1000"/>
            </a:lvl9pPr>
          </a:lstStyle>
          <a:p>
            <a:endParaRPr/>
          </a:p>
        </p:txBody>
      </p:sp>
      <p:sp>
        <p:nvSpPr>
          <p:cNvPr id="173" name="Google Shape;173;p13"/>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4" name="Google Shape;174;p13"/>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5" name="Google Shape;175;p13"/>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677334" y="4800600"/>
            <a:ext cx="85968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2400"/>
              <a:buFont typeface="Trebuchet MS"/>
              <a:buNone/>
              <a:defRPr sz="2400" b="0"/>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8" name="Google Shape;178;p14"/>
          <p:cNvSpPr>
            <a:spLocks noGrp="1"/>
          </p:cNvSpPr>
          <p:nvPr>
            <p:ph type="pic" idx="2"/>
          </p:nvPr>
        </p:nvSpPr>
        <p:spPr>
          <a:xfrm>
            <a:off x="677334" y="609600"/>
            <a:ext cx="8596800" cy="3845700"/>
          </a:xfrm>
          <a:prstGeom prst="rect">
            <a:avLst/>
          </a:prstGeom>
          <a:noFill/>
          <a:ln>
            <a:noFill/>
          </a:ln>
        </p:spPr>
      </p:sp>
      <p:sp>
        <p:nvSpPr>
          <p:cNvPr id="179" name="Google Shape;179;p14"/>
          <p:cNvSpPr txBox="1">
            <a:spLocks noGrp="1"/>
          </p:cNvSpPr>
          <p:nvPr>
            <p:ph type="body" idx="1"/>
          </p:nvPr>
        </p:nvSpPr>
        <p:spPr>
          <a:xfrm>
            <a:off x="677334" y="5367338"/>
            <a:ext cx="8596800" cy="6741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960"/>
              <a:buNone/>
              <a:defRPr sz="1200"/>
            </a:lvl1pPr>
            <a:lvl2pPr marL="914400" lvl="1" indent="-228600" algn="l" rtl="0">
              <a:spcBef>
                <a:spcPts val="1000"/>
              </a:spcBef>
              <a:spcAft>
                <a:spcPts val="0"/>
              </a:spcAft>
              <a:buSzPts val="960"/>
              <a:buNone/>
              <a:defRPr sz="1200"/>
            </a:lvl2pPr>
            <a:lvl3pPr marL="1371600" lvl="2" indent="-228600" algn="l" rtl="0">
              <a:spcBef>
                <a:spcPts val="1000"/>
              </a:spcBef>
              <a:spcAft>
                <a:spcPts val="0"/>
              </a:spcAft>
              <a:buSzPts val="800"/>
              <a:buNone/>
              <a:defRPr sz="1000"/>
            </a:lvl3pPr>
            <a:lvl4pPr marL="1828800" lvl="3" indent="-228600" algn="l" rtl="0">
              <a:spcBef>
                <a:spcPts val="1000"/>
              </a:spcBef>
              <a:spcAft>
                <a:spcPts val="0"/>
              </a:spcAft>
              <a:buSzPts val="720"/>
              <a:buNone/>
              <a:defRPr sz="900"/>
            </a:lvl4pPr>
            <a:lvl5pPr marL="2286000" lvl="4" indent="-228600" algn="l" rtl="0">
              <a:spcBef>
                <a:spcPts val="1000"/>
              </a:spcBef>
              <a:spcAft>
                <a:spcPts val="0"/>
              </a:spcAft>
              <a:buSzPts val="720"/>
              <a:buNone/>
              <a:defRPr sz="900"/>
            </a:lvl5pPr>
            <a:lvl6pPr marL="2743200" lvl="5" indent="-228600" algn="l" rtl="0">
              <a:spcBef>
                <a:spcPts val="1000"/>
              </a:spcBef>
              <a:spcAft>
                <a:spcPts val="0"/>
              </a:spcAft>
              <a:buSzPts val="720"/>
              <a:buNone/>
              <a:defRPr sz="900"/>
            </a:lvl6pPr>
            <a:lvl7pPr marL="3200400" lvl="6" indent="-228600" algn="l" rtl="0">
              <a:spcBef>
                <a:spcPts val="1000"/>
              </a:spcBef>
              <a:spcAft>
                <a:spcPts val="0"/>
              </a:spcAft>
              <a:buSzPts val="720"/>
              <a:buNone/>
              <a:defRPr sz="900"/>
            </a:lvl7pPr>
            <a:lvl8pPr marL="3657600" lvl="7" indent="-228600" algn="l" rtl="0">
              <a:spcBef>
                <a:spcPts val="1000"/>
              </a:spcBef>
              <a:spcAft>
                <a:spcPts val="0"/>
              </a:spcAft>
              <a:buSzPts val="720"/>
              <a:buNone/>
              <a:defRPr sz="900"/>
            </a:lvl8pPr>
            <a:lvl9pPr marL="4114800" lvl="8" indent="-228600" algn="l" rtl="0">
              <a:spcBef>
                <a:spcPts val="1000"/>
              </a:spcBef>
              <a:spcAft>
                <a:spcPts val="0"/>
              </a:spcAft>
              <a:buSzPts val="720"/>
              <a:buNone/>
              <a:defRPr sz="900"/>
            </a:lvl9pPr>
          </a:lstStyle>
          <a:p>
            <a:endParaRPr/>
          </a:p>
        </p:txBody>
      </p:sp>
      <p:sp>
        <p:nvSpPr>
          <p:cNvPr id="180" name="Google Shape;180;p14"/>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1" name="Google Shape;181;p14"/>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14"/>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677335" y="609600"/>
            <a:ext cx="8596800" cy="3403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5" name="Google Shape;185;p15"/>
          <p:cNvSpPr txBox="1">
            <a:spLocks noGrp="1"/>
          </p:cNvSpPr>
          <p:nvPr>
            <p:ph type="body" idx="1"/>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86" name="Google Shape;186;p15"/>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15"/>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8" name="Google Shape;188;p15"/>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89"/>
        <p:cNvGrpSpPr/>
        <p:nvPr/>
      </p:nvGrpSpPr>
      <p:grpSpPr>
        <a:xfrm>
          <a:off x="0" y="0"/>
          <a:ext cx="0" cy="0"/>
          <a:chOff x="0" y="0"/>
          <a:chExt cx="0" cy="0"/>
        </a:xfrm>
      </p:grpSpPr>
      <p:sp>
        <p:nvSpPr>
          <p:cNvPr id="190" name="Google Shape;190;p16"/>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1" name="Google Shape;191;p16"/>
          <p:cNvSpPr txBox="1">
            <a:spLocks noGrp="1"/>
          </p:cNvSpPr>
          <p:nvPr>
            <p:ph type="body" idx="1"/>
          </p:nvPr>
        </p:nvSpPr>
        <p:spPr>
          <a:xfrm>
            <a:off x="1366139" y="3632200"/>
            <a:ext cx="7224600" cy="381000"/>
          </a:xfrm>
          <a:prstGeom prst="rect">
            <a:avLst/>
          </a:prstGeom>
          <a:noFill/>
          <a:ln>
            <a:noFill/>
          </a:ln>
        </p:spPr>
        <p:txBody>
          <a:bodyPr spcFirstLastPara="1" wrap="square" lIns="91425" tIns="45700" rIns="91425" bIns="45700" anchor="ctr" anchorCtr="0">
            <a:noAutofit/>
          </a:bodyPr>
          <a:lstStyle>
            <a:lvl1pPr marL="457200" lvl="0" indent="-228600" algn="l" rtl="0">
              <a:spcBef>
                <a:spcPts val="1000"/>
              </a:spcBef>
              <a:spcAft>
                <a:spcPts val="0"/>
              </a:spcAft>
              <a:buSzPts val="1280"/>
              <a:buFont typeface="Trebuchet MS"/>
              <a:buNone/>
              <a:defRPr sz="1600">
                <a:solidFill>
                  <a:srgbClr val="7F7F7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192" name="Google Shape;192;p16"/>
          <p:cNvSpPr txBox="1">
            <a:spLocks noGrp="1"/>
          </p:cNvSpPr>
          <p:nvPr>
            <p:ph type="body" idx="2"/>
          </p:nvPr>
        </p:nvSpPr>
        <p:spPr>
          <a:xfrm>
            <a:off x="677335" y="4470400"/>
            <a:ext cx="8596800" cy="1571100"/>
          </a:xfrm>
          <a:prstGeom prst="rect">
            <a:avLst/>
          </a:prstGeom>
          <a:noFill/>
          <a:ln>
            <a:noFill/>
          </a:ln>
        </p:spPr>
        <p:txBody>
          <a:bodyPr spcFirstLastPara="1" wrap="square" lIns="91425" tIns="45700" rIns="91425" bIns="45700" anchor="ctr"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193" name="Google Shape;193;p16"/>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4" name="Google Shape;194;p16"/>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16"/>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16"/>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97" name="Google Shape;197;p16"/>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677335" y="1931988"/>
            <a:ext cx="8596800" cy="25956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0" name="Google Shape;200;p17"/>
          <p:cNvSpPr txBox="1">
            <a:spLocks noGrp="1"/>
          </p:cNvSpPr>
          <p:nvPr>
            <p:ph type="body" idx="1"/>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3F3F3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1" name="Google Shape;201;p17"/>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2" name="Google Shape;202;p17"/>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3" name="Google Shape;203;p17"/>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931334" y="609600"/>
            <a:ext cx="80940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18"/>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rgbClr val="3F3F3F"/>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07" name="Google Shape;207;p18"/>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08" name="Google Shape;208;p18"/>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9" name="Google Shape;209;p18"/>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0" name="Google Shape;210;p18"/>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1" name="Google Shape;211;p18"/>
          <p:cNvSpPr txBox="1"/>
          <p:nvPr/>
        </p:nvSpPr>
        <p:spPr>
          <a:xfrm>
            <a:off x="541870" y="790378"/>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212" name="Google Shape;212;p18"/>
          <p:cNvSpPr txBox="1"/>
          <p:nvPr/>
        </p:nvSpPr>
        <p:spPr>
          <a:xfrm>
            <a:off x="8893011" y="2886556"/>
            <a:ext cx="609600" cy="5847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213"/>
        <p:cNvGrpSpPr/>
        <p:nvPr/>
      </p:nvGrpSpPr>
      <p:grpSpPr>
        <a:xfrm>
          <a:off x="0" y="0"/>
          <a:ext cx="0" cy="0"/>
          <a:chOff x="0" y="0"/>
          <a:chExt cx="0" cy="0"/>
        </a:xfrm>
      </p:grpSpPr>
      <p:sp>
        <p:nvSpPr>
          <p:cNvPr id="214" name="Google Shape;214;p19"/>
          <p:cNvSpPr txBox="1">
            <a:spLocks noGrp="1"/>
          </p:cNvSpPr>
          <p:nvPr>
            <p:ph type="title"/>
          </p:nvPr>
        </p:nvSpPr>
        <p:spPr>
          <a:xfrm>
            <a:off x="685799" y="609600"/>
            <a:ext cx="8588100" cy="30225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4400"/>
              <a:buFont typeface="Trebuchet MS"/>
              <a:buNone/>
              <a:defRPr sz="4400" b="0" cap="none"/>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19"/>
          <p:cNvSpPr txBox="1">
            <a:spLocks noGrp="1"/>
          </p:cNvSpPr>
          <p:nvPr>
            <p:ph type="body" idx="1"/>
          </p:nvPr>
        </p:nvSpPr>
        <p:spPr>
          <a:xfrm>
            <a:off x="677332" y="4013200"/>
            <a:ext cx="8596800" cy="514200"/>
          </a:xfrm>
          <a:prstGeom prst="rect">
            <a:avLst/>
          </a:prstGeom>
          <a:noFill/>
          <a:ln>
            <a:noFill/>
          </a:ln>
        </p:spPr>
        <p:txBody>
          <a:bodyPr spcFirstLastPara="1" wrap="square" lIns="91425" tIns="45700" rIns="91425" bIns="45700" anchor="b" anchorCtr="0">
            <a:noAutofit/>
          </a:bodyPr>
          <a:lstStyle>
            <a:lvl1pPr marL="457200" lvl="0" indent="-228600" algn="l" rtl="0">
              <a:spcBef>
                <a:spcPts val="1000"/>
              </a:spcBef>
              <a:spcAft>
                <a:spcPts val="0"/>
              </a:spcAft>
              <a:buSzPts val="1920"/>
              <a:buFont typeface="Trebuchet MS"/>
              <a:buNone/>
              <a:defRPr sz="2400">
                <a:solidFill>
                  <a:schemeClr val="accent1"/>
                </a:solidFill>
              </a:defRPr>
            </a:lvl1pPr>
            <a:lvl2pPr marL="914400" lvl="1" indent="-228600" algn="l" rtl="0">
              <a:spcBef>
                <a:spcPts val="1000"/>
              </a:spcBef>
              <a:spcAft>
                <a:spcPts val="0"/>
              </a:spcAft>
              <a:buSzPts val="1280"/>
              <a:buFont typeface="Trebuchet MS"/>
              <a:buNone/>
              <a:defRPr/>
            </a:lvl2pPr>
            <a:lvl3pPr marL="1371600" lvl="2" indent="-228600" algn="l" rtl="0">
              <a:spcBef>
                <a:spcPts val="1000"/>
              </a:spcBef>
              <a:spcAft>
                <a:spcPts val="0"/>
              </a:spcAft>
              <a:buSzPts val="1120"/>
              <a:buFont typeface="Trebuchet MS"/>
              <a:buNone/>
              <a:defRPr/>
            </a:lvl3pPr>
            <a:lvl4pPr marL="1828800" lvl="3" indent="-228600" algn="l" rtl="0">
              <a:spcBef>
                <a:spcPts val="1000"/>
              </a:spcBef>
              <a:spcAft>
                <a:spcPts val="0"/>
              </a:spcAft>
              <a:buSzPts val="960"/>
              <a:buFont typeface="Trebuchet MS"/>
              <a:buNone/>
              <a:defRPr/>
            </a:lvl4pPr>
            <a:lvl5pPr marL="2286000" lvl="4" indent="-228600" algn="l" rtl="0">
              <a:spcBef>
                <a:spcPts val="1000"/>
              </a:spcBef>
              <a:spcAft>
                <a:spcPts val="0"/>
              </a:spcAft>
              <a:buSzPts val="960"/>
              <a:buFont typeface="Trebuchet MS"/>
              <a:buNone/>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16" name="Google Shape;216;p19"/>
          <p:cNvSpPr txBox="1">
            <a:spLocks noGrp="1"/>
          </p:cNvSpPr>
          <p:nvPr>
            <p:ph type="body" idx="2"/>
          </p:nvPr>
        </p:nvSpPr>
        <p:spPr>
          <a:xfrm>
            <a:off x="677335" y="4527448"/>
            <a:ext cx="8596800" cy="1513800"/>
          </a:xfrm>
          <a:prstGeom prst="rect">
            <a:avLst/>
          </a:prstGeom>
          <a:noFill/>
          <a:ln>
            <a:noFill/>
          </a:ln>
        </p:spPr>
        <p:txBody>
          <a:bodyPr spcFirstLastPara="1" wrap="square" lIns="91425" tIns="45700" rIns="91425" bIns="45700" anchor="t" anchorCtr="0">
            <a:normAutofit/>
          </a:bodyPr>
          <a:lstStyle>
            <a:lvl1pPr marL="457200" lvl="0" indent="-228600" algn="l" rtl="0">
              <a:spcBef>
                <a:spcPts val="1000"/>
              </a:spcBef>
              <a:spcAft>
                <a:spcPts val="0"/>
              </a:spcAft>
              <a:buSzPts val="1440"/>
              <a:buNone/>
              <a:defRPr sz="1800">
                <a:solidFill>
                  <a:srgbClr val="7F7F7F"/>
                </a:solidFill>
              </a:defRPr>
            </a:lvl1pPr>
            <a:lvl2pPr marL="914400" lvl="1" indent="-228600" algn="l" rtl="0">
              <a:spcBef>
                <a:spcPts val="1000"/>
              </a:spcBef>
              <a:spcAft>
                <a:spcPts val="0"/>
              </a:spcAft>
              <a:buSzPts val="1440"/>
              <a:buNone/>
              <a:defRPr sz="1800">
                <a:solidFill>
                  <a:srgbClr val="888888"/>
                </a:solidFill>
              </a:defRPr>
            </a:lvl2pPr>
            <a:lvl3pPr marL="1371600" lvl="2" indent="-228600" algn="l" rtl="0">
              <a:spcBef>
                <a:spcPts val="1000"/>
              </a:spcBef>
              <a:spcAft>
                <a:spcPts val="0"/>
              </a:spcAft>
              <a:buSzPts val="1280"/>
              <a:buNone/>
              <a:defRPr sz="1600">
                <a:solidFill>
                  <a:srgbClr val="888888"/>
                </a:solidFill>
              </a:defRPr>
            </a:lvl3pPr>
            <a:lvl4pPr marL="1828800" lvl="3" indent="-228600" algn="l" rtl="0">
              <a:spcBef>
                <a:spcPts val="1000"/>
              </a:spcBef>
              <a:spcAft>
                <a:spcPts val="0"/>
              </a:spcAft>
              <a:buSzPts val="1120"/>
              <a:buNone/>
              <a:defRPr sz="1400">
                <a:solidFill>
                  <a:srgbClr val="888888"/>
                </a:solidFill>
              </a:defRPr>
            </a:lvl4pPr>
            <a:lvl5pPr marL="2286000" lvl="4" indent="-228600" algn="l" rtl="0">
              <a:spcBef>
                <a:spcPts val="1000"/>
              </a:spcBef>
              <a:spcAft>
                <a:spcPts val="0"/>
              </a:spcAft>
              <a:buSzPts val="1120"/>
              <a:buNone/>
              <a:defRPr sz="1400">
                <a:solidFill>
                  <a:srgbClr val="888888"/>
                </a:solidFill>
              </a:defRPr>
            </a:lvl5pPr>
            <a:lvl6pPr marL="2743200" lvl="5" indent="-228600" algn="l" rtl="0">
              <a:spcBef>
                <a:spcPts val="1000"/>
              </a:spcBef>
              <a:spcAft>
                <a:spcPts val="0"/>
              </a:spcAft>
              <a:buSzPts val="1120"/>
              <a:buNone/>
              <a:defRPr sz="1400">
                <a:solidFill>
                  <a:srgbClr val="888888"/>
                </a:solidFill>
              </a:defRPr>
            </a:lvl6pPr>
            <a:lvl7pPr marL="3200400" lvl="6" indent="-228600" algn="l" rtl="0">
              <a:spcBef>
                <a:spcPts val="1000"/>
              </a:spcBef>
              <a:spcAft>
                <a:spcPts val="0"/>
              </a:spcAft>
              <a:buSzPts val="1120"/>
              <a:buNone/>
              <a:defRPr sz="1400">
                <a:solidFill>
                  <a:srgbClr val="888888"/>
                </a:solidFill>
              </a:defRPr>
            </a:lvl7pPr>
            <a:lvl8pPr marL="3657600" lvl="7" indent="-228600" algn="l" rtl="0">
              <a:spcBef>
                <a:spcPts val="1000"/>
              </a:spcBef>
              <a:spcAft>
                <a:spcPts val="0"/>
              </a:spcAft>
              <a:buSzPts val="1120"/>
              <a:buNone/>
              <a:defRPr sz="1400">
                <a:solidFill>
                  <a:srgbClr val="888888"/>
                </a:solidFill>
              </a:defRPr>
            </a:lvl8pPr>
            <a:lvl9pPr marL="4114800" lvl="8" indent="-228600" algn="l" rtl="0">
              <a:spcBef>
                <a:spcPts val="1000"/>
              </a:spcBef>
              <a:spcAft>
                <a:spcPts val="0"/>
              </a:spcAft>
              <a:buSzPts val="1120"/>
              <a:buNone/>
              <a:defRPr sz="1400">
                <a:solidFill>
                  <a:srgbClr val="888888"/>
                </a:solidFill>
              </a:defRPr>
            </a:lvl9pPr>
          </a:lstStyle>
          <a:p>
            <a:endParaRPr/>
          </a:p>
        </p:txBody>
      </p:sp>
      <p:sp>
        <p:nvSpPr>
          <p:cNvPr id="217" name="Google Shape;217;p19"/>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8" name="Google Shape;218;p19"/>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9" name="Google Shape;219;p19"/>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0"/>
        <p:cNvGrpSpPr/>
        <p:nvPr/>
      </p:nvGrpSpPr>
      <p:grpSpPr>
        <a:xfrm>
          <a:off x="0" y="0"/>
          <a:ext cx="0" cy="0"/>
          <a:chOff x="0" y="0"/>
          <a:chExt cx="0" cy="0"/>
        </a:xfrm>
      </p:grpSpPr>
      <p:sp>
        <p:nvSpPr>
          <p:cNvPr id="221" name="Google Shape;221;p20"/>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2" name="Google Shape;222;p20"/>
          <p:cNvSpPr txBox="1">
            <a:spLocks noGrp="1"/>
          </p:cNvSpPr>
          <p:nvPr>
            <p:ph type="body" idx="1"/>
          </p:nvPr>
        </p:nvSpPr>
        <p:spPr>
          <a:xfrm rot="5400000">
            <a:off x="3035202" y="-197411"/>
            <a:ext cx="3880800" cy="85968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3" name="Google Shape;223;p20"/>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20"/>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5" name="Google Shape;225;p20"/>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rot="5400000">
            <a:off x="5994316" y="2582999"/>
            <a:ext cx="5251500" cy="1304700"/>
          </a:xfrm>
          <a:prstGeom prst="rect">
            <a:avLst/>
          </a:prstGeom>
          <a:noFill/>
          <a:ln>
            <a:noFill/>
          </a:ln>
        </p:spPr>
        <p:txBody>
          <a:bodyPr spcFirstLastPara="1" wrap="square" lIns="91425" tIns="45700" rIns="91425" bIns="45700" anchor="ctr" anchorCtr="0">
            <a:normAutofit/>
          </a:bodyPr>
          <a:lstStyle>
            <a:lvl1pPr lvl="0" algn="l" rtl="0">
              <a:spcBef>
                <a:spcPts val="0"/>
              </a:spcBef>
              <a:spcAft>
                <a:spcPts val="0"/>
              </a:spcAft>
              <a:buClr>
                <a:schemeClr val="accent1"/>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8" name="Google Shape;228;p21"/>
          <p:cNvSpPr txBox="1">
            <a:spLocks noGrp="1"/>
          </p:cNvSpPr>
          <p:nvPr>
            <p:ph type="body" idx="1"/>
          </p:nvPr>
        </p:nvSpPr>
        <p:spPr>
          <a:xfrm rot="5400000">
            <a:off x="1581635" y="-294750"/>
            <a:ext cx="5251500" cy="7060200"/>
          </a:xfrm>
          <a:prstGeom prst="rect">
            <a:avLst/>
          </a:prstGeom>
          <a:noFill/>
          <a:ln>
            <a:noFill/>
          </a:ln>
        </p:spPr>
        <p:txBody>
          <a:bodyPr spcFirstLastPara="1" wrap="square" lIns="91425" tIns="45700" rIns="91425" bIns="45700" anchor="t" anchorCtr="0">
            <a:normAutofit/>
          </a:bodyPr>
          <a:lstStyle>
            <a:lvl1pPr marL="457200" lvl="0" indent="-320040" algn="l" rtl="0">
              <a:spcBef>
                <a:spcPts val="1000"/>
              </a:spcBef>
              <a:spcAft>
                <a:spcPts val="0"/>
              </a:spcAft>
              <a:buSzPts val="1440"/>
              <a:buChar char="►"/>
              <a:defRPr/>
            </a:lvl1pPr>
            <a:lvl2pPr marL="914400" lvl="1" indent="-320040" algn="l" rtl="0">
              <a:spcBef>
                <a:spcPts val="1000"/>
              </a:spcBef>
              <a:spcAft>
                <a:spcPts val="0"/>
              </a:spcAft>
              <a:buSzPts val="1440"/>
              <a:buChar char="►"/>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29" name="Google Shape;229;p2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0" name="Google Shape;230;p2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1" name="Google Shape;231;p2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1_Custom Layout">
  <p:cSld name="1_Custom Layout">
    <p:bg>
      <p:bgPr>
        <a:solidFill>
          <a:schemeClr val="dk1"/>
        </a:solidFill>
        <a:effectLst/>
      </p:bgPr>
    </p:bg>
    <p:spTree>
      <p:nvGrpSpPr>
        <p:cNvPr id="1" name="Shape 232"/>
        <p:cNvGrpSpPr/>
        <p:nvPr/>
      </p:nvGrpSpPr>
      <p:grpSpPr>
        <a:xfrm>
          <a:off x="0" y="0"/>
          <a:ext cx="0" cy="0"/>
          <a:chOff x="0" y="0"/>
          <a:chExt cx="0" cy="0"/>
        </a:xfrm>
      </p:grpSpPr>
      <p:sp>
        <p:nvSpPr>
          <p:cNvPr id="233" name="Google Shape;233;p22"/>
          <p:cNvSpPr>
            <a:spLocks noGrp="1"/>
          </p:cNvSpPr>
          <p:nvPr>
            <p:ph type="pic" idx="2"/>
          </p:nvPr>
        </p:nvSpPr>
        <p:spPr>
          <a:xfrm>
            <a:off x="0" y="0"/>
            <a:ext cx="12192000" cy="6858000"/>
          </a:xfrm>
          <a:prstGeom prst="rect">
            <a:avLst/>
          </a:prstGeom>
          <a:noFill/>
          <a:ln>
            <a:noFill/>
          </a:ln>
        </p:spPr>
      </p:sp>
      <p:sp>
        <p:nvSpPr>
          <p:cNvPr id="234" name="Google Shape;234;p22" descr="Tall office building looking up"/>
          <p:cNvSpPr/>
          <p:nvPr/>
        </p:nvSpPr>
        <p:spPr>
          <a:xfrm>
            <a:off x="3718560" y="1181123"/>
            <a:ext cx="4755000" cy="4495800"/>
          </a:xfrm>
          <a:prstGeom prst="rect">
            <a:avLst/>
          </a:prstGeom>
          <a:solidFill>
            <a:schemeClr val="accent5">
              <a:alpha val="40000"/>
            </a:schemeClr>
          </a:solidFill>
          <a:ln w="603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2"/>
          <p:cNvSpPr txBox="1">
            <a:spLocks noGrp="1"/>
          </p:cNvSpPr>
          <p:nvPr>
            <p:ph type="body" idx="1"/>
          </p:nvPr>
        </p:nvSpPr>
        <p:spPr>
          <a:xfrm>
            <a:off x="4149139" y="4859469"/>
            <a:ext cx="3924900" cy="490500"/>
          </a:xfrm>
          <a:prstGeom prst="rect">
            <a:avLst/>
          </a:prstGeom>
          <a:noFill/>
          <a:ln>
            <a:noFill/>
          </a:ln>
        </p:spPr>
        <p:txBody>
          <a:bodyPr spcFirstLastPara="1" wrap="square" lIns="91425" tIns="45700" rIns="91425" bIns="45700" anchor="t" anchorCtr="0">
            <a:normAutofit/>
          </a:bodyPr>
          <a:lstStyle>
            <a:lvl1pPr marL="457200" lvl="0" indent="-228600" algn="r" rtl="0">
              <a:spcBef>
                <a:spcPts val="1000"/>
              </a:spcBef>
              <a:spcAft>
                <a:spcPts val="0"/>
              </a:spcAft>
              <a:buSzPts val="1920"/>
              <a:buNone/>
              <a:defRPr sz="2400" b="1">
                <a:solidFill>
                  <a:schemeClr val="accent4"/>
                </a:solidFill>
                <a:latin typeface="Calibri"/>
                <a:ea typeface="Calibri"/>
                <a:cs typeface="Calibri"/>
                <a:sym typeface="Calibri"/>
              </a:defRPr>
            </a:lvl1pPr>
            <a:lvl2pPr marL="914400" lvl="1" indent="-228600" algn="l" rtl="0">
              <a:spcBef>
                <a:spcPts val="1000"/>
              </a:spcBef>
              <a:spcAft>
                <a:spcPts val="0"/>
              </a:spcAft>
              <a:buSzPts val="1280"/>
              <a:buNone/>
              <a:defRPr/>
            </a:lvl2pPr>
            <a:lvl3pPr marL="1371600" lvl="2" indent="-320040" algn="l" rtl="0">
              <a:spcBef>
                <a:spcPts val="1000"/>
              </a:spcBef>
              <a:spcAft>
                <a:spcPts val="0"/>
              </a:spcAft>
              <a:buSzPts val="1440"/>
              <a:buChar char="►"/>
              <a:defRPr/>
            </a:lvl3pPr>
            <a:lvl4pPr marL="1828800" lvl="3" indent="-320040" algn="l" rtl="0">
              <a:spcBef>
                <a:spcPts val="1000"/>
              </a:spcBef>
              <a:spcAft>
                <a:spcPts val="0"/>
              </a:spcAft>
              <a:buSzPts val="1440"/>
              <a:buChar char="►"/>
              <a:defRPr/>
            </a:lvl4pPr>
            <a:lvl5pPr marL="2286000" lvl="4" indent="-320040" algn="l" rtl="0">
              <a:spcBef>
                <a:spcPts val="1000"/>
              </a:spcBef>
              <a:spcAft>
                <a:spcPts val="0"/>
              </a:spcAft>
              <a:buSzPts val="1440"/>
              <a:buChar char="►"/>
              <a:defRPr/>
            </a:lvl5pPr>
            <a:lvl6pPr marL="2743200" lvl="5" indent="-320040" algn="l" rtl="0">
              <a:spcBef>
                <a:spcPts val="1000"/>
              </a:spcBef>
              <a:spcAft>
                <a:spcPts val="0"/>
              </a:spcAft>
              <a:buSzPts val="1440"/>
              <a:buChar char="►"/>
              <a:defRPr/>
            </a:lvl6pPr>
            <a:lvl7pPr marL="3200400" lvl="6" indent="-320040" algn="l" rtl="0">
              <a:spcBef>
                <a:spcPts val="1000"/>
              </a:spcBef>
              <a:spcAft>
                <a:spcPts val="0"/>
              </a:spcAft>
              <a:buSzPts val="1440"/>
              <a:buChar char="►"/>
              <a:defRPr/>
            </a:lvl7pPr>
            <a:lvl8pPr marL="3657600" lvl="7" indent="-320040" algn="l" rtl="0">
              <a:spcBef>
                <a:spcPts val="1000"/>
              </a:spcBef>
              <a:spcAft>
                <a:spcPts val="0"/>
              </a:spcAft>
              <a:buSzPts val="1440"/>
              <a:buChar char="►"/>
              <a:defRPr/>
            </a:lvl8pPr>
            <a:lvl9pPr marL="4114800" lvl="8" indent="-320040" algn="l" rtl="0">
              <a:spcBef>
                <a:spcPts val="1000"/>
              </a:spcBef>
              <a:spcAft>
                <a:spcPts val="0"/>
              </a:spcAft>
              <a:buSzPts val="1440"/>
              <a:buChar char="►"/>
              <a:defRPr/>
            </a:lvl9pPr>
          </a:lstStyle>
          <a:p>
            <a:endParaRPr/>
          </a:p>
        </p:txBody>
      </p:sp>
      <p:sp>
        <p:nvSpPr>
          <p:cNvPr id="236" name="Google Shape;236;p22"/>
          <p:cNvSpPr txBox="1">
            <a:spLocks noGrp="1"/>
          </p:cNvSpPr>
          <p:nvPr>
            <p:ph type="title"/>
          </p:nvPr>
        </p:nvSpPr>
        <p:spPr>
          <a:xfrm>
            <a:off x="4149139" y="1529685"/>
            <a:ext cx="3924900" cy="1695600"/>
          </a:xfrm>
          <a:prstGeom prst="rect">
            <a:avLst/>
          </a:prstGeom>
          <a:noFill/>
          <a:ln>
            <a:noFill/>
          </a:ln>
        </p:spPr>
        <p:txBody>
          <a:bodyPr spcFirstLastPara="1" wrap="square" lIns="91425" tIns="45700" rIns="91425" bIns="45700" anchor="t" anchorCtr="0">
            <a:normAutofit/>
          </a:bodyPr>
          <a:lstStyle>
            <a:lvl1pPr lvl="0" algn="l" rtl="0">
              <a:spcBef>
                <a:spcPts val="1000"/>
              </a:spcBef>
              <a:spcAft>
                <a:spcPts val="0"/>
              </a:spcAft>
              <a:buClr>
                <a:schemeClr val="lt1"/>
              </a:buClr>
              <a:buSzPts val="4800"/>
              <a:buFont typeface="Trebuchet MS"/>
              <a:buNone/>
              <a:defRPr sz="4800" b="1">
                <a:solidFill>
                  <a:schemeClr val="lt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54" name="Google Shape;54;p1"/>
          <p:cNvGrpSpPr/>
          <p:nvPr/>
        </p:nvGrpSpPr>
        <p:grpSpPr>
          <a:xfrm>
            <a:off x="0" y="-8467"/>
            <a:ext cx="12192133" cy="6866580"/>
            <a:chOff x="0" y="-8467"/>
            <a:chExt cx="12192133" cy="6866580"/>
          </a:xfrm>
        </p:grpSpPr>
        <p:cxnSp>
          <p:nvCxnSpPr>
            <p:cNvPr id="55" name="Google Shape;55;p1"/>
            <p:cNvCxnSpPr/>
            <p:nvPr/>
          </p:nvCxnSpPr>
          <p:spPr>
            <a:xfrm>
              <a:off x="9371012" y="0"/>
              <a:ext cx="1219200" cy="6858000"/>
            </a:xfrm>
            <a:prstGeom prst="straightConnector1">
              <a:avLst/>
            </a:prstGeom>
            <a:noFill/>
            <a:ln w="9525" cap="flat" cmpd="sng">
              <a:solidFill>
                <a:schemeClr val="accent1">
                  <a:alpha val="70200"/>
                </a:schemeClr>
              </a:solidFill>
              <a:prstDash val="solid"/>
              <a:round/>
              <a:headEnd type="none" w="sm" len="sm"/>
              <a:tailEnd type="none" w="sm" len="sm"/>
            </a:ln>
          </p:spPr>
        </p:cxnSp>
        <p:cxnSp>
          <p:nvCxnSpPr>
            <p:cNvPr id="56" name="Google Shape;56;p1"/>
            <p:cNvCxnSpPr/>
            <p:nvPr/>
          </p:nvCxnSpPr>
          <p:spPr>
            <a:xfrm flipH="1">
              <a:off x="7425125" y="3681413"/>
              <a:ext cx="4763700" cy="3176700"/>
            </a:xfrm>
            <a:prstGeom prst="straightConnector1">
              <a:avLst/>
            </a:prstGeom>
            <a:noFill/>
            <a:ln w="9525" cap="flat" cmpd="sng">
              <a:solidFill>
                <a:schemeClr val="accent1">
                  <a:alpha val="70200"/>
                </a:schemeClr>
              </a:solidFill>
              <a:prstDash val="solid"/>
              <a:round/>
              <a:headEnd type="none" w="sm" len="sm"/>
              <a:tailEnd type="none" w="sm" len="sm"/>
            </a:ln>
          </p:spPr>
        </p:cxnSp>
        <p:sp>
          <p:nvSpPr>
            <p:cNvPr id="57" name="Google Shape;57;p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80"/>
              </a:schemeClr>
            </a:solidFill>
            <a:ln>
              <a:noFill/>
            </a:ln>
          </p:spPr>
        </p:sp>
        <p:sp>
          <p:nvSpPr>
            <p:cNvPr id="58" name="Google Shape;58;p1"/>
            <p:cNvSpPr/>
            <p:nvPr/>
          </p:nvSpPr>
          <p:spPr>
            <a:xfrm>
              <a:off x="9603442" y="-8467"/>
              <a:ext cx="258617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59" name="Google Shape;59;p1"/>
            <p:cNvSpPr/>
            <p:nvPr/>
          </p:nvSpPr>
          <p:spPr>
            <a:xfrm>
              <a:off x="8932333" y="3048000"/>
              <a:ext cx="3259800" cy="38100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9334500" y="-8467"/>
              <a:ext cx="2850868"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200"/>
              </a:srgbClr>
            </a:solidFill>
            <a:ln>
              <a:noFill/>
            </a:ln>
          </p:spPr>
        </p:sp>
        <p:sp>
          <p:nvSpPr>
            <p:cNvPr id="61" name="Google Shape;61;p1"/>
            <p:cNvSpPr/>
            <p:nvPr/>
          </p:nvSpPr>
          <p:spPr>
            <a:xfrm>
              <a:off x="10898730" y="-8467"/>
              <a:ext cx="1290094" cy="6858000"/>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200"/>
              </a:schemeClr>
            </a:solidFill>
            <a:ln>
              <a:noFill/>
            </a:ln>
          </p:spPr>
        </p:sp>
        <p:sp>
          <p:nvSpPr>
            <p:cNvPr id="62" name="Google Shape;62;p1"/>
            <p:cNvSpPr/>
            <p:nvPr/>
          </p:nvSpPr>
          <p:spPr>
            <a:xfrm>
              <a:off x="10938999" y="-8467"/>
              <a:ext cx="1249825" cy="6858000"/>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63" name="Google Shape;63;p1"/>
            <p:cNvSpPr/>
            <p:nvPr/>
          </p:nvSpPr>
          <p:spPr>
            <a:xfrm>
              <a:off x="10371666" y="3589867"/>
              <a:ext cx="1817100" cy="3268200"/>
            </a:xfrm>
            <a:prstGeom prst="triangle">
              <a:avLst>
                <a:gd name="adj" fmla="val 100000"/>
              </a:avLst>
            </a:prstGeom>
            <a:solidFill>
              <a:srgbClr val="16B0E3">
                <a:alpha val="65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0" y="4013200"/>
              <a:ext cx="448800" cy="2844900"/>
            </a:xfrm>
            <a:prstGeom prst="triangle">
              <a:avLst>
                <a:gd name="adj" fmla="val 0"/>
              </a:avLst>
            </a:prstGeom>
            <a:solidFill>
              <a:schemeClr val="accent1">
                <a:alpha val="702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 name="Google Shape;65;p1"/>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66" name="Google Shape;66;p1"/>
          <p:cNvSpPr txBox="1">
            <a:spLocks noGrp="1"/>
          </p:cNvSpPr>
          <p:nvPr>
            <p:ph type="body" idx="1"/>
          </p:nvPr>
        </p:nvSpPr>
        <p:spPr>
          <a:xfrm>
            <a:off x="677334" y="2160589"/>
            <a:ext cx="8596800" cy="3880800"/>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67" name="Google Shape;67;p1"/>
          <p:cNvSpPr txBox="1">
            <a:spLocks noGrp="1"/>
          </p:cNvSpPr>
          <p:nvPr>
            <p:ph type="dt" idx="10"/>
          </p:nvPr>
        </p:nvSpPr>
        <p:spPr>
          <a:xfrm>
            <a:off x="7205133" y="6041362"/>
            <a:ext cx="9120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8" name="Google Shape;68;p1"/>
          <p:cNvSpPr txBox="1">
            <a:spLocks noGrp="1"/>
          </p:cNvSpPr>
          <p:nvPr>
            <p:ph type="ftr" idx="11"/>
          </p:nvPr>
        </p:nvSpPr>
        <p:spPr>
          <a:xfrm>
            <a:off x="677334" y="6041362"/>
            <a:ext cx="6297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69" name="Google Shape;69;p1"/>
          <p:cNvSpPr txBox="1">
            <a:spLocks noGrp="1"/>
          </p:cNvSpPr>
          <p:nvPr>
            <p:ph type="sldNum" idx="12"/>
          </p:nvPr>
        </p:nvSpPr>
        <p:spPr>
          <a:xfrm>
            <a:off x="8590663" y="6041362"/>
            <a:ext cx="683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1"/>
          <p:cNvSpPr txBox="1"/>
          <p:nvPr/>
        </p:nvSpPr>
        <p:spPr>
          <a:xfrm>
            <a:off x="660396" y="6378906"/>
            <a:ext cx="27432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0" i="0" u="none" strike="noStrike" cap="none">
                <a:solidFill>
                  <a:schemeClr val="accent2"/>
                </a:solidFill>
                <a:latin typeface="Trebuchet MS"/>
                <a:ea typeface="Trebuchet MS"/>
                <a:cs typeface="Trebuchet MS"/>
                <a:sym typeface="Trebuchet MS"/>
              </a:rPr>
              <a:t>9/2/2026</a:t>
            </a:r>
            <a:endParaRPr sz="1100" b="0" i="0" u="none" strike="noStrike" cap="none">
              <a:solidFill>
                <a:schemeClr val="accent2"/>
              </a:solidFill>
              <a:latin typeface="Trebuchet MS"/>
              <a:ea typeface="Trebuchet MS"/>
              <a:cs typeface="Trebuchet MS"/>
              <a:sym typeface="Trebuchet MS"/>
            </a:endParaRPr>
          </a:p>
        </p:txBody>
      </p:sp>
      <p:sp>
        <p:nvSpPr>
          <p:cNvPr id="71" name="Google Shape;71;p1"/>
          <p:cNvSpPr txBox="1"/>
          <p:nvPr/>
        </p:nvSpPr>
        <p:spPr>
          <a:xfrm>
            <a:off x="1445526" y="6378906"/>
            <a:ext cx="4114800" cy="365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100" b="1" i="0" u="none" strike="noStrike" cap="none">
                <a:solidFill>
                  <a:schemeClr val="accent2"/>
                </a:solidFill>
                <a:latin typeface="Trebuchet MS"/>
                <a:ea typeface="Trebuchet MS"/>
                <a:cs typeface="Trebuchet MS"/>
                <a:sym typeface="Trebuchet MS"/>
              </a:rPr>
              <a:t>Annual Review</a:t>
            </a:r>
            <a:endParaRPr/>
          </a:p>
        </p:txBody>
      </p:sp>
      <p:sp>
        <p:nvSpPr>
          <p:cNvPr id="72" name="Google Shape;72;p1"/>
          <p:cNvSpPr txBox="1"/>
          <p:nvPr/>
        </p:nvSpPr>
        <p:spPr>
          <a:xfrm>
            <a:off x="8805338" y="6378906"/>
            <a:ext cx="2743200" cy="3651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accent4"/>
                </a:solidFill>
                <a:latin typeface="Trebuchet MS"/>
                <a:ea typeface="Trebuchet MS"/>
                <a:cs typeface="Trebuchet MS"/>
                <a:sym typeface="Trebuchet MS"/>
              </a:rPr>
              <a:t>‹#›</a:t>
            </a:fld>
            <a:endParaRPr sz="1100" b="0" i="0" u="none" strike="noStrike" cap="none">
              <a:solidFill>
                <a:schemeClr val="accent4"/>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github.com/kaleutkarsha56-cmd/Seasonal-Agriculture-Performance-Analysis.gi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3"/>
          <p:cNvSpPr txBox="1">
            <a:spLocks noGrp="1"/>
          </p:cNvSpPr>
          <p:nvPr>
            <p:ph type="body" idx="1"/>
          </p:nvPr>
        </p:nvSpPr>
        <p:spPr>
          <a:xfrm>
            <a:off x="304799" y="3583914"/>
            <a:ext cx="3224982" cy="861600"/>
          </a:xfrm>
          <a:prstGeom prst="rect">
            <a:avLst/>
          </a:prstGeom>
          <a:noFill/>
          <a:ln>
            <a:noFill/>
          </a:ln>
        </p:spPr>
        <p:txBody>
          <a:bodyPr spcFirstLastPara="1" wrap="square" lIns="91425" tIns="45700" rIns="91425" bIns="45700" anchor="t" anchorCtr="0">
            <a:normAutofit fontScale="92500" lnSpcReduction="20000"/>
          </a:bodyPr>
          <a:lstStyle/>
          <a:p>
            <a:pPr marL="0" lvl="0" indent="0" algn="r" rtl="0">
              <a:spcBef>
                <a:spcPts val="0"/>
              </a:spcBef>
              <a:spcAft>
                <a:spcPts val="0"/>
              </a:spcAft>
              <a:buSzPts val="1600"/>
              <a:buNone/>
            </a:pPr>
            <a:r>
              <a:rPr lang="en-US" b="0" dirty="0">
                <a:solidFill>
                  <a:schemeClr val="dk1"/>
                </a:solidFill>
              </a:rPr>
              <a:t>Utkarsha Ramesh Kale</a:t>
            </a:r>
          </a:p>
          <a:p>
            <a:pPr marL="0" lvl="0" indent="0" algn="r" rtl="0">
              <a:spcBef>
                <a:spcPts val="0"/>
              </a:spcBef>
              <a:spcAft>
                <a:spcPts val="0"/>
              </a:spcAft>
              <a:buSzPts val="1600"/>
              <a:buNone/>
            </a:pPr>
            <a:r>
              <a:rPr lang="en-US" b="0" dirty="0">
                <a:solidFill>
                  <a:schemeClr val="dk1"/>
                </a:solidFill>
              </a:rPr>
              <a:t>      </a:t>
            </a:r>
            <a:r>
              <a:rPr lang="en-US" b="0" dirty="0" err="1">
                <a:solidFill>
                  <a:schemeClr val="dk1"/>
                </a:solidFill>
              </a:rPr>
              <a:t>Sinhgad</a:t>
            </a:r>
            <a:r>
              <a:rPr lang="en-US" b="0" dirty="0">
                <a:solidFill>
                  <a:schemeClr val="dk1"/>
                </a:solidFill>
              </a:rPr>
              <a:t> College of Engineering </a:t>
            </a:r>
            <a:endParaRPr b="0" dirty="0">
              <a:solidFill>
                <a:schemeClr val="dk1"/>
              </a:solidFill>
            </a:endParaRPr>
          </a:p>
        </p:txBody>
      </p:sp>
      <p:sp>
        <p:nvSpPr>
          <p:cNvPr id="242" name="Google Shape;242;p23"/>
          <p:cNvSpPr txBox="1">
            <a:spLocks noGrp="1"/>
          </p:cNvSpPr>
          <p:nvPr>
            <p:ph type="title"/>
          </p:nvPr>
        </p:nvSpPr>
        <p:spPr>
          <a:xfrm>
            <a:off x="304799" y="2685600"/>
            <a:ext cx="9969971" cy="743400"/>
          </a:xfrm>
          <a:prstGeom prst="rect">
            <a:avLst/>
          </a:prstGeom>
          <a:noFill/>
          <a:ln>
            <a:noFill/>
          </a:ln>
        </p:spPr>
        <p:txBody>
          <a:bodyPr spcFirstLastPara="1" wrap="square" lIns="91425" tIns="45700" rIns="91425" bIns="45700" anchor="t" anchorCtr="0">
            <a:normAutofit fontScale="90000"/>
          </a:bodyPr>
          <a:lstStyle/>
          <a:p>
            <a:pPr lvl="0">
              <a:buSzPts val="3200"/>
            </a:pPr>
            <a:r>
              <a:rPr lang="en-US" sz="3200" dirty="0"/>
              <a:t>Project Title -  Seasonal Agriculture Performance Analysis </a:t>
            </a:r>
            <a:endParaRPr sz="3200" dirty="0"/>
          </a:p>
        </p:txBody>
      </p:sp>
      <p:pic>
        <p:nvPicPr>
          <p:cNvPr id="244" name="Google Shape;244;p2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45" name="Google Shape;245;p23"/>
          <p:cNvSpPr txBox="1"/>
          <p:nvPr/>
        </p:nvSpPr>
        <p:spPr>
          <a:xfrm>
            <a:off x="957406" y="4576469"/>
            <a:ext cx="3614594"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Trebuchet MS"/>
                <a:ea typeface="Trebuchet MS"/>
                <a:cs typeface="Trebuchet MS"/>
                <a:sym typeface="Trebuchet MS"/>
              </a:rPr>
              <a:t>AICTE STU ID : </a:t>
            </a:r>
            <a:r>
              <a:rPr lang="en-US" sz="1800" b="1" dirty="0">
                <a:solidFill>
                  <a:schemeClr val="dk1"/>
                </a:solidFill>
                <a:latin typeface="Trebuchet MS"/>
                <a:ea typeface="Trebuchet MS"/>
                <a:cs typeface="Trebuchet MS"/>
                <a:sym typeface="Trebuchet MS"/>
              </a:rPr>
              <a:t>STU6a6c2cd42e6ea1785474260</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822"/>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xEl>
                                              <p:pRg st="0" end="0"/>
                                            </p:txEl>
                                          </p:spTgt>
                                        </p:tgtEl>
                                        <p:attrNameLst>
                                          <p:attrName>style.visibility</p:attrName>
                                        </p:attrNameLst>
                                      </p:cBhvr>
                                      <p:to>
                                        <p:strVal val="visible"/>
                                      </p:to>
                                    </p:set>
                                    <p:animEffect transition="in" filter="fade">
                                      <p:cBhvr>
                                        <p:cTn id="12" dur="500"/>
                                        <p:tgtEl>
                                          <p:spTgt spid="2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
                                            <p:txEl>
                                              <p:pRg st="1" end="1"/>
                                            </p:txEl>
                                          </p:spTgt>
                                        </p:tgtEl>
                                        <p:attrNameLst>
                                          <p:attrName>style.visibility</p:attrName>
                                        </p:attrNameLst>
                                      </p:cBhvr>
                                      <p:to>
                                        <p:strVal val="visible"/>
                                      </p:to>
                                    </p:set>
                                    <p:animEffect transition="in" filter="fade">
                                      <p:cBhvr>
                                        <p:cTn id="17" dur="500"/>
                                        <p:tgtEl>
                                          <p:spTgt spid="2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body" idx="1"/>
          </p:nvPr>
        </p:nvSpPr>
        <p:spPr>
          <a:xfrm>
            <a:off x="1046480" y="1875556"/>
            <a:ext cx="6431400" cy="3608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nSpc>
                <a:spcPct val="150000"/>
              </a:lnSpc>
              <a:spcBef>
                <a:spcPts val="0"/>
              </a:spcBef>
              <a:buSzPts val="2240"/>
            </a:pPr>
            <a:r>
              <a:rPr lang="en-US" dirty="0"/>
              <a:t>Agricultural activities are influenced by seasonal variations in environmental conditions, farming practices, resource availability and market conditions. </a:t>
            </a:r>
          </a:p>
          <a:p>
            <a:pPr marL="342900" lvl="0" indent="-342900">
              <a:lnSpc>
                <a:spcPct val="150000"/>
              </a:lnSpc>
              <a:spcBef>
                <a:spcPts val="0"/>
              </a:spcBef>
              <a:buSzPts val="2240"/>
            </a:pPr>
            <a:r>
              <a:rPr lang="en-US" dirty="0"/>
              <a:t>As a result, agricultural performance may differ from one season to another.</a:t>
            </a:r>
          </a:p>
          <a:p>
            <a:pPr marL="342900" lvl="0" indent="-342900">
              <a:lnSpc>
                <a:spcPct val="150000"/>
              </a:lnSpc>
              <a:spcBef>
                <a:spcPts val="0"/>
              </a:spcBef>
              <a:buSzPts val="2240"/>
            </a:pPr>
            <a:r>
              <a:rPr lang="en-US" dirty="0"/>
              <a:t> However, raw agricultural data does not clearly explain how agricultural performance changes across seasons or what patterns can be observed in different seasonal conditions. </a:t>
            </a:r>
          </a:p>
          <a:p>
            <a:pPr marL="342900" lvl="0" indent="-342900">
              <a:lnSpc>
                <a:spcPct val="150000"/>
              </a:lnSpc>
              <a:spcBef>
                <a:spcPts val="0"/>
              </a:spcBef>
              <a:buSzPts val="2240"/>
            </a:pPr>
            <a:r>
              <a:rPr lang="en-US" dirty="0"/>
              <a:t>The problem is to analyze the given agricultural dataset and investigate seasonal differences in agricultural performance by identifying meaningful patterns, trends, relationships and variations within the available data. </a:t>
            </a:r>
            <a:endParaRPr dirty="0"/>
          </a:p>
        </p:txBody>
      </p:sp>
      <p:sp>
        <p:nvSpPr>
          <p:cNvPr id="251" name="Google Shape;251;p24"/>
          <p:cNvSpPr txBox="1">
            <a:spLocks noGrp="1"/>
          </p:cNvSpPr>
          <p:nvPr>
            <p:ph type="title"/>
          </p:nvPr>
        </p:nvSpPr>
        <p:spPr>
          <a:xfrm>
            <a:off x="754602" y="550417"/>
            <a:ext cx="6995700" cy="7902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a:t>PROBLEM  STATEMENT</a:t>
            </a:r>
            <a:endParaRPr/>
          </a:p>
        </p:txBody>
      </p:sp>
      <p:pic>
        <p:nvPicPr>
          <p:cNvPr id="252" name="Google Shape;252;p24"/>
          <p:cNvPicPr preferRelativeResize="0"/>
          <p:nvPr/>
        </p:nvPicPr>
        <p:blipFill rotWithShape="1">
          <a:blip r:embed="rId3">
            <a:alphaModFix/>
          </a:blip>
          <a:srcRect/>
          <a:stretch/>
        </p:blipFill>
        <p:spPr>
          <a:xfrm>
            <a:off x="7995684" y="2930834"/>
            <a:ext cx="2760756" cy="3264408"/>
          </a:xfrm>
          <a:prstGeom prst="rect">
            <a:avLst/>
          </a:prstGeom>
          <a:noFill/>
          <a:ln>
            <a:noFill/>
          </a:ln>
        </p:spPr>
      </p:pic>
      <p:pic>
        <p:nvPicPr>
          <p:cNvPr id="253" name="Google Shape;253;p24"/>
          <p:cNvPicPr preferRelativeResize="0"/>
          <p:nvPr/>
        </p:nvPicPr>
        <p:blipFill rotWithShape="1">
          <a:blip r:embed="rId4">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 calcmode="lin" valueType="num">
                                      <p:cBhvr additive="base">
                                        <p:cTn id="7" dur="500"/>
                                        <p:tgtEl>
                                          <p:spTgt spid="251"/>
                                        </p:tgtEl>
                                        <p:attrNameLst>
                                          <p:attrName>ppt_w</p:attrName>
                                        </p:attrNameLst>
                                      </p:cBhvr>
                                      <p:tavLst>
                                        <p:tav tm="0">
                                          <p:val>
                                            <p:strVal val="0"/>
                                          </p:val>
                                        </p:tav>
                                        <p:tav tm="100000">
                                          <p:val>
                                            <p:strVal val="#ppt_w"/>
                                          </p:val>
                                        </p:tav>
                                      </p:tavLst>
                                    </p:anim>
                                    <p:anim calcmode="lin" valueType="num">
                                      <p:cBhvr additive="base">
                                        <p:cTn id="8" dur="500"/>
                                        <p:tgtEl>
                                          <p:spTgt spid="25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50">
                                            <p:txEl>
                                              <p:pRg st="0" end="0"/>
                                            </p:txEl>
                                          </p:spTgt>
                                        </p:tgtEl>
                                        <p:attrNameLst>
                                          <p:attrName>style.visibility</p:attrName>
                                        </p:attrNameLst>
                                      </p:cBhvr>
                                      <p:to>
                                        <p:strVal val="visible"/>
                                      </p:to>
                                    </p:set>
                                    <p:animEffect transition="in" filter="fade">
                                      <p:cBhvr>
                                        <p:cTn id="13" dur="1000"/>
                                        <p:tgtEl>
                                          <p:spTgt spid="25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0">
                                            <p:txEl>
                                              <p:pRg st="1" end="1"/>
                                            </p:txEl>
                                          </p:spTgt>
                                        </p:tgtEl>
                                        <p:attrNameLst>
                                          <p:attrName>style.visibility</p:attrName>
                                        </p:attrNameLst>
                                      </p:cBhvr>
                                      <p:to>
                                        <p:strVal val="visible"/>
                                      </p:to>
                                    </p:set>
                                    <p:animEffect transition="in" filter="fade">
                                      <p:cBhvr>
                                        <p:cTn id="18" dur="1000"/>
                                        <p:tgtEl>
                                          <p:spTgt spid="25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0">
                                            <p:txEl>
                                              <p:pRg st="2" end="2"/>
                                            </p:txEl>
                                          </p:spTgt>
                                        </p:tgtEl>
                                        <p:attrNameLst>
                                          <p:attrName>style.visibility</p:attrName>
                                        </p:attrNameLst>
                                      </p:cBhvr>
                                      <p:to>
                                        <p:strVal val="visible"/>
                                      </p:to>
                                    </p:set>
                                    <p:animEffect transition="in" filter="fade">
                                      <p:cBhvr>
                                        <p:cTn id="23" dur="1000"/>
                                        <p:tgtEl>
                                          <p:spTgt spid="250">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0">
                                            <p:txEl>
                                              <p:pRg st="3" end="3"/>
                                            </p:txEl>
                                          </p:spTgt>
                                        </p:tgtEl>
                                        <p:attrNameLst>
                                          <p:attrName>style.visibility</p:attrName>
                                        </p:attrNameLst>
                                      </p:cBhvr>
                                      <p:to>
                                        <p:strVal val="visible"/>
                                      </p:to>
                                    </p:set>
                                    <p:animEffect transition="in" filter="fade">
                                      <p:cBhvr>
                                        <p:cTn id="28" dur="1000"/>
                                        <p:tgtEl>
                                          <p:spTgt spid="2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57"/>
        <p:cNvGrpSpPr/>
        <p:nvPr/>
      </p:nvGrpSpPr>
      <p:grpSpPr>
        <a:xfrm>
          <a:off x="0" y="0"/>
          <a:ext cx="0" cy="0"/>
          <a:chOff x="0" y="0"/>
          <a:chExt cx="0" cy="0"/>
        </a:xfrm>
      </p:grpSpPr>
      <p:sp>
        <p:nvSpPr>
          <p:cNvPr id="258" name="Google Shape;258;p25"/>
          <p:cNvSpPr txBox="1">
            <a:spLocks noGrp="1"/>
          </p:cNvSpPr>
          <p:nvPr>
            <p:ph type="title"/>
          </p:nvPr>
        </p:nvSpPr>
        <p:spPr>
          <a:xfrm>
            <a:off x="675957" y="667561"/>
            <a:ext cx="6276000" cy="831000"/>
          </a:xfrm>
          <a:prstGeom prst="rect">
            <a:avLst/>
          </a:prstGeom>
          <a:noFill/>
          <a:ln>
            <a:noFill/>
          </a:ln>
        </p:spPr>
        <p:txBody>
          <a:bodyPr spcFirstLastPara="1" wrap="square" lIns="91425" tIns="45700" rIns="91425" bIns="45700" anchor="t" anchorCtr="0">
            <a:noAutofit/>
          </a:bodyPr>
          <a:lstStyle/>
          <a:p>
            <a:r>
              <a:rPr lang="en-US" sz="4400" dirty="0"/>
              <a:t>Project Description</a:t>
            </a:r>
            <a:br>
              <a:rPr lang="en-US" sz="4400" dirty="0"/>
            </a:br>
            <a:endParaRPr sz="4400" dirty="0"/>
          </a:p>
        </p:txBody>
      </p:sp>
      <p:pic>
        <p:nvPicPr>
          <p:cNvPr id="259" name="Google Shape;259;p2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pic>
        <p:nvPicPr>
          <p:cNvPr id="260" name="Google Shape;260;p25"/>
          <p:cNvPicPr preferRelativeResize="0"/>
          <p:nvPr/>
        </p:nvPicPr>
        <p:blipFill rotWithShape="1">
          <a:blip r:embed="rId4">
            <a:alphaModFix/>
          </a:blip>
          <a:srcRect/>
          <a:stretch/>
        </p:blipFill>
        <p:spPr>
          <a:xfrm>
            <a:off x="467359" y="6410461"/>
            <a:ext cx="3706253" cy="296092"/>
          </a:xfrm>
          <a:prstGeom prst="rect">
            <a:avLst/>
          </a:prstGeom>
          <a:noFill/>
          <a:ln>
            <a:noFill/>
          </a:ln>
        </p:spPr>
      </p:pic>
      <p:sp>
        <p:nvSpPr>
          <p:cNvPr id="2" name="TextBox 1">
            <a:extLst>
              <a:ext uri="{FF2B5EF4-FFF2-40B4-BE49-F238E27FC236}">
                <a16:creationId xmlns:a16="http://schemas.microsoft.com/office/drawing/2014/main" id="{73364260-7366-3120-BC9A-37BD748A8490}"/>
              </a:ext>
            </a:extLst>
          </p:cNvPr>
          <p:cNvSpPr txBox="1"/>
          <p:nvPr/>
        </p:nvSpPr>
        <p:spPr>
          <a:xfrm>
            <a:off x="599769" y="1711937"/>
            <a:ext cx="8288593" cy="4031873"/>
          </a:xfrm>
          <a:prstGeom prst="rect">
            <a:avLst/>
          </a:prstGeom>
          <a:noFill/>
        </p:spPr>
        <p:txBody>
          <a:bodyPr wrap="square" rtlCol="0">
            <a:spAutoFit/>
          </a:bodyPr>
          <a:lstStyle/>
          <a:p>
            <a:r>
              <a:rPr lang="en-IN" sz="1600" dirty="0">
                <a:latin typeface="Trebuchet MS" panose="020B0603020202020204" pitchFamily="34" charset="0"/>
              </a:rPr>
              <a:t>Agricultural crop production varies significantly across seasons, regions, and farming conditions. Factors such as crop type, weather conditions, irrigation, soil nutrients, fertilizer and pesticide usage, and market conditions can influence crop yield. </a:t>
            </a:r>
          </a:p>
          <a:p>
            <a:br>
              <a:rPr lang="en-IN" sz="1600" dirty="0">
                <a:latin typeface="Trebuchet MS" panose="020B0603020202020204" pitchFamily="34" charset="0"/>
              </a:rPr>
            </a:br>
            <a:r>
              <a:rPr lang="en-IN" sz="1600" dirty="0">
                <a:latin typeface="Trebuchet MS" panose="020B0603020202020204" pitchFamily="34" charset="0"/>
              </a:rPr>
              <a:t>The Seasonal Agriculture Data Analytics project aims to </a:t>
            </a:r>
            <a:r>
              <a:rPr lang="en-IN" sz="1600" dirty="0" err="1">
                <a:latin typeface="Trebuchet MS" panose="020B0603020202020204" pitchFamily="34" charset="0"/>
              </a:rPr>
              <a:t>analyze</a:t>
            </a:r>
            <a:r>
              <a:rPr lang="en-IN" sz="1600" dirty="0">
                <a:latin typeface="Trebuchet MS" panose="020B0603020202020204" pitchFamily="34" charset="0"/>
              </a:rPr>
              <a:t> historical agricultural data to understand how crop yield changes across different seasons and regions and how various agricultural, environmental, and economic factors contribute to these variations. The project uses data preprocessing, exploratory data analysis, statistical analysis, and visualization techniques to discover meaningful patterns and relationships.</a:t>
            </a:r>
          </a:p>
          <a:p>
            <a:br>
              <a:rPr lang="en-IN" sz="1600" dirty="0">
                <a:latin typeface="Trebuchet MS" panose="020B0603020202020204" pitchFamily="34" charset="0"/>
              </a:rPr>
            </a:br>
            <a:r>
              <a:rPr lang="en-IN" sz="1600" dirty="0">
                <a:latin typeface="Trebuchet MS" panose="020B0603020202020204" pitchFamily="34" charset="0"/>
              </a:rPr>
              <a:t>The analysis will help identify high-yielding crops in different seasons, regional variations in production, the influence of agricultural inputs and natural conditions on yield, and important trends in agricultural production, thereby supporting data-driven agricultural planning and decision-making.</a:t>
            </a:r>
            <a:br>
              <a:rPr lang="en-IN" sz="1600" dirty="0">
                <a:latin typeface="Trebuchet MS" panose="020B0603020202020204" pitchFamily="34" charset="0"/>
              </a:rPr>
            </a:br>
            <a:br>
              <a:rPr lang="en-US" sz="1600" dirty="0">
                <a:latin typeface="Trebuchet MS" panose="020B0603020202020204" pitchFamily="34" charset="0"/>
              </a:rPr>
            </a:br>
            <a:endParaRPr lang="en-IN" sz="1600" dirty="0">
              <a:latin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 calcmode="lin" valueType="num">
                                      <p:cBhvr additive="base">
                                        <p:cTn id="7" dur="500"/>
                                        <p:tgtEl>
                                          <p:spTgt spid="258"/>
                                        </p:tgtEl>
                                        <p:attrNameLst>
                                          <p:attrName>ppt_w</p:attrName>
                                        </p:attrNameLst>
                                      </p:cBhvr>
                                      <p:tavLst>
                                        <p:tav tm="0">
                                          <p:val>
                                            <p:strVal val="0"/>
                                          </p:val>
                                        </p:tav>
                                        <p:tav tm="100000">
                                          <p:val>
                                            <p:strVal val="#ppt_w"/>
                                          </p:val>
                                        </p:tav>
                                      </p:tavLst>
                                    </p:anim>
                                    <p:anim calcmode="lin" valueType="num">
                                      <p:cBhvr additive="base">
                                        <p:cTn id="8" dur="500"/>
                                        <p:tgtEl>
                                          <p:spTgt spid="25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6"/>
          <p:cNvSpPr txBox="1">
            <a:spLocks noGrp="1"/>
          </p:cNvSpPr>
          <p:nvPr>
            <p:ph type="body" idx="1"/>
          </p:nvPr>
        </p:nvSpPr>
        <p:spPr>
          <a:xfrm>
            <a:off x="721359" y="1991360"/>
            <a:ext cx="7904400" cy="3990000"/>
          </a:xfrm>
          <a:prstGeom prst="rect">
            <a:avLst/>
          </a:prstGeom>
          <a:noFill/>
          <a:ln>
            <a:noFill/>
          </a:ln>
        </p:spPr>
        <p:txBody>
          <a:bodyPr spcFirstLastPara="1" wrap="square" lIns="91425" tIns="45700" rIns="91425" bIns="45700" anchor="t" anchorCtr="0">
            <a:normAutofit/>
          </a:bodyPr>
          <a:lstStyle/>
          <a:p>
            <a:pPr marL="754380" indent="-571500" algn="just">
              <a:spcBef>
                <a:spcPts val="0"/>
              </a:spcBef>
              <a:buSzPts val="2880"/>
            </a:pPr>
            <a:r>
              <a:rPr lang="en-IN" sz="3600" dirty="0"/>
              <a:t>Farmers </a:t>
            </a:r>
          </a:p>
          <a:p>
            <a:pPr marL="754380" indent="-571500" algn="just">
              <a:spcBef>
                <a:spcPts val="0"/>
              </a:spcBef>
              <a:buSzPts val="2880"/>
            </a:pPr>
            <a:r>
              <a:rPr lang="en-IN" sz="3600" dirty="0"/>
              <a:t>Agricultural Officers </a:t>
            </a:r>
          </a:p>
          <a:p>
            <a:pPr marL="754380" indent="-571500" algn="just">
              <a:spcBef>
                <a:spcPts val="0"/>
              </a:spcBef>
              <a:buSzPts val="2880"/>
            </a:pPr>
            <a:r>
              <a:rPr lang="en-IN" sz="3600" dirty="0"/>
              <a:t>Researchers </a:t>
            </a:r>
          </a:p>
          <a:p>
            <a:pPr marL="754380" indent="-571500" algn="just">
              <a:spcBef>
                <a:spcPts val="0"/>
              </a:spcBef>
              <a:buSzPts val="2880"/>
            </a:pPr>
            <a:r>
              <a:rPr lang="en-IN" sz="3600" dirty="0"/>
              <a:t>Government </a:t>
            </a:r>
          </a:p>
          <a:p>
            <a:pPr marL="754380" indent="-571500" algn="just">
              <a:spcBef>
                <a:spcPts val="0"/>
              </a:spcBef>
              <a:buSzPts val="2880"/>
            </a:pPr>
            <a:r>
              <a:rPr lang="en-IN" sz="3600" dirty="0"/>
              <a:t>Policymakers</a:t>
            </a:r>
            <a:endParaRPr sz="3600" dirty="0"/>
          </a:p>
        </p:txBody>
      </p:sp>
      <p:sp>
        <p:nvSpPr>
          <p:cNvPr id="266" name="Google Shape;266;p26"/>
          <p:cNvSpPr txBox="1">
            <a:spLocks noGrp="1"/>
          </p:cNvSpPr>
          <p:nvPr>
            <p:ph type="title"/>
          </p:nvPr>
        </p:nvSpPr>
        <p:spPr>
          <a:xfrm>
            <a:off x="620008" y="876617"/>
            <a:ext cx="10046100" cy="802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Font typeface="Trebuchet MS"/>
              <a:buNone/>
            </a:pPr>
            <a:r>
              <a:rPr lang="en-US" sz="3200" dirty="0"/>
              <a:t>WHO ARE THE END USERS?</a:t>
            </a:r>
            <a:endParaRPr sz="2000" dirty="0"/>
          </a:p>
        </p:txBody>
      </p:sp>
      <p:pic>
        <p:nvPicPr>
          <p:cNvPr id="267" name="Google Shape;267;p26"/>
          <p:cNvPicPr preferRelativeResize="0"/>
          <p:nvPr/>
        </p:nvPicPr>
        <p:blipFill rotWithShape="1">
          <a:blip r:embed="rId3">
            <a:alphaModFix/>
          </a:blip>
          <a:srcRect/>
          <a:stretch/>
        </p:blipFill>
        <p:spPr>
          <a:xfrm>
            <a:off x="721359" y="6176804"/>
            <a:ext cx="2181225" cy="485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ppt_w</p:attrName>
                                        </p:attrNameLst>
                                      </p:cBhvr>
                                      <p:tavLst>
                                        <p:tav tm="0">
                                          <p:val>
                                            <p:strVal val="0"/>
                                          </p:val>
                                        </p:tav>
                                        <p:tav tm="100000">
                                          <p:val>
                                            <p:strVal val="#ppt_w"/>
                                          </p:val>
                                        </p:tav>
                                      </p:tavLst>
                                    </p:anim>
                                    <p:anim calcmode="lin" valueType="num">
                                      <p:cBhvr additive="base">
                                        <p:cTn id="8" dur="500"/>
                                        <p:tgtEl>
                                          <p:spTgt spid="26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65">
                                            <p:txEl>
                                              <p:pRg st="0" end="0"/>
                                            </p:txEl>
                                          </p:spTgt>
                                        </p:tgtEl>
                                        <p:attrNameLst>
                                          <p:attrName>style.visibility</p:attrName>
                                        </p:attrNameLst>
                                      </p:cBhvr>
                                      <p:to>
                                        <p:strVal val="visible"/>
                                      </p:to>
                                    </p:set>
                                    <p:animEffect transition="in" filter="fade">
                                      <p:cBhvr>
                                        <p:cTn id="13" dur="1000"/>
                                        <p:tgtEl>
                                          <p:spTgt spid="26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65">
                                            <p:txEl>
                                              <p:pRg st="1" end="1"/>
                                            </p:txEl>
                                          </p:spTgt>
                                        </p:tgtEl>
                                        <p:attrNameLst>
                                          <p:attrName>style.visibility</p:attrName>
                                        </p:attrNameLst>
                                      </p:cBhvr>
                                      <p:to>
                                        <p:strVal val="visible"/>
                                      </p:to>
                                    </p:set>
                                    <p:animEffect transition="in" filter="fade">
                                      <p:cBhvr>
                                        <p:cTn id="18" dur="1000"/>
                                        <p:tgtEl>
                                          <p:spTgt spid="265">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5">
                                            <p:txEl>
                                              <p:pRg st="2" end="2"/>
                                            </p:txEl>
                                          </p:spTgt>
                                        </p:tgtEl>
                                        <p:attrNameLst>
                                          <p:attrName>style.visibility</p:attrName>
                                        </p:attrNameLst>
                                      </p:cBhvr>
                                      <p:to>
                                        <p:strVal val="visible"/>
                                      </p:to>
                                    </p:set>
                                    <p:animEffect transition="in" filter="fade">
                                      <p:cBhvr>
                                        <p:cTn id="23" dur="1000"/>
                                        <p:tgtEl>
                                          <p:spTgt spid="265">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5">
                                            <p:txEl>
                                              <p:pRg st="3" end="3"/>
                                            </p:txEl>
                                          </p:spTgt>
                                        </p:tgtEl>
                                        <p:attrNameLst>
                                          <p:attrName>style.visibility</p:attrName>
                                        </p:attrNameLst>
                                      </p:cBhvr>
                                      <p:to>
                                        <p:strVal val="visible"/>
                                      </p:to>
                                    </p:set>
                                    <p:animEffect transition="in" filter="fade">
                                      <p:cBhvr>
                                        <p:cTn id="28" dur="1000"/>
                                        <p:tgtEl>
                                          <p:spTgt spid="26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5">
                                            <p:txEl>
                                              <p:pRg st="4" end="4"/>
                                            </p:txEl>
                                          </p:spTgt>
                                        </p:tgtEl>
                                        <p:attrNameLst>
                                          <p:attrName>style.visibility</p:attrName>
                                        </p:attrNameLst>
                                      </p:cBhvr>
                                      <p:to>
                                        <p:strVal val="visible"/>
                                      </p:to>
                                    </p:set>
                                    <p:animEffect transition="in" filter="fade">
                                      <p:cBhvr>
                                        <p:cTn id="33" dur="1000"/>
                                        <p:tgtEl>
                                          <p:spTgt spid="2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
        <p:cNvGrpSpPr/>
        <p:nvPr/>
      </p:nvGrpSpPr>
      <p:grpSpPr>
        <a:xfrm>
          <a:off x="0" y="0"/>
          <a:ext cx="0" cy="0"/>
          <a:chOff x="0" y="0"/>
          <a:chExt cx="0" cy="0"/>
        </a:xfrm>
      </p:grpSpPr>
      <p:pic>
        <p:nvPicPr>
          <p:cNvPr id="273" name="Google Shape;273;p27"/>
          <p:cNvPicPr preferRelativeResize="0"/>
          <p:nvPr/>
        </p:nvPicPr>
        <p:blipFill rotWithShape="1">
          <a:blip r:embed="rId3">
            <a:alphaModFix/>
          </a:blip>
          <a:srcRect/>
          <a:stretch/>
        </p:blipFill>
        <p:spPr>
          <a:xfrm>
            <a:off x="467359" y="6410461"/>
            <a:ext cx="3706253" cy="296092"/>
          </a:xfrm>
          <a:prstGeom prst="rect">
            <a:avLst/>
          </a:prstGeom>
          <a:noFill/>
          <a:ln>
            <a:noFill/>
          </a:ln>
        </p:spPr>
      </p:pic>
      <p:pic>
        <p:nvPicPr>
          <p:cNvPr id="274" name="Google Shape;274;p27"/>
          <p:cNvPicPr preferRelativeResize="0"/>
          <p:nvPr/>
        </p:nvPicPr>
        <p:blipFill rotWithShape="1">
          <a:blip r:embed="rId4">
            <a:alphaModFix/>
          </a:blip>
          <a:srcRect/>
          <a:stretch/>
        </p:blipFill>
        <p:spPr>
          <a:xfrm flipH="1">
            <a:off x="50800" y="3820160"/>
            <a:ext cx="1727200" cy="3010025"/>
          </a:xfrm>
          <a:prstGeom prst="rect">
            <a:avLst/>
          </a:prstGeom>
          <a:noFill/>
          <a:ln>
            <a:noFill/>
          </a:ln>
        </p:spPr>
      </p:pic>
      <p:sp>
        <p:nvSpPr>
          <p:cNvPr id="275" name="Google Shape;275;p27"/>
          <p:cNvSpPr txBox="1">
            <a:spLocks noGrp="1"/>
          </p:cNvSpPr>
          <p:nvPr>
            <p:ph type="body" idx="1"/>
          </p:nvPr>
        </p:nvSpPr>
        <p:spPr>
          <a:xfrm>
            <a:off x="390618" y="1432560"/>
            <a:ext cx="9027600" cy="5243400"/>
          </a:xfrm>
          <a:prstGeom prst="rect">
            <a:avLst/>
          </a:prstGeom>
          <a:noFill/>
          <a:ln>
            <a:noFill/>
          </a:ln>
        </p:spPr>
        <p:txBody>
          <a:bodyPr spcFirstLastPara="1" wrap="square" lIns="91425" tIns="45700" rIns="91425" bIns="45700" anchor="t" anchorCtr="0">
            <a:normAutofit/>
          </a:bodyPr>
          <a:lstStyle/>
          <a:p>
            <a:pPr marL="901700" lvl="1" indent="-342900">
              <a:lnSpc>
                <a:spcPct val="150000"/>
              </a:lnSpc>
              <a:spcBef>
                <a:spcPts val="0"/>
              </a:spcBef>
            </a:pPr>
            <a:r>
              <a:rPr lang="en-US" dirty="0"/>
              <a:t>Python </a:t>
            </a:r>
          </a:p>
          <a:p>
            <a:pPr marL="901700" lvl="1" indent="-342900">
              <a:lnSpc>
                <a:spcPct val="150000"/>
              </a:lnSpc>
              <a:spcBef>
                <a:spcPts val="0"/>
              </a:spcBef>
            </a:pPr>
            <a:r>
              <a:rPr lang="en-US" dirty="0"/>
              <a:t>NumPy</a:t>
            </a:r>
          </a:p>
          <a:p>
            <a:pPr marL="901700" lvl="1" indent="-342900">
              <a:lnSpc>
                <a:spcPct val="150000"/>
              </a:lnSpc>
              <a:spcBef>
                <a:spcPts val="0"/>
              </a:spcBef>
            </a:pPr>
            <a:r>
              <a:rPr lang="en-US" dirty="0"/>
              <a:t>Pandas</a:t>
            </a:r>
          </a:p>
          <a:p>
            <a:pPr marL="901700" lvl="1" indent="-342900">
              <a:lnSpc>
                <a:spcPct val="150000"/>
              </a:lnSpc>
              <a:spcBef>
                <a:spcPts val="0"/>
              </a:spcBef>
            </a:pPr>
            <a:r>
              <a:rPr lang="en-US" dirty="0"/>
              <a:t>Matplotlib &amp; Seaborn </a:t>
            </a:r>
          </a:p>
          <a:p>
            <a:pPr marL="901700" lvl="1" indent="-342900">
              <a:lnSpc>
                <a:spcPct val="150000"/>
              </a:lnSpc>
              <a:spcBef>
                <a:spcPts val="0"/>
              </a:spcBef>
            </a:pPr>
            <a:r>
              <a:rPr lang="en-US" dirty="0"/>
              <a:t>Excel</a:t>
            </a:r>
          </a:p>
          <a:p>
            <a:pPr marL="901700" lvl="1" indent="-342900">
              <a:lnSpc>
                <a:spcPct val="150000"/>
              </a:lnSpc>
              <a:spcBef>
                <a:spcPts val="0"/>
              </a:spcBef>
            </a:pPr>
            <a:r>
              <a:rPr lang="en-US" dirty="0"/>
              <a:t>Jupyter Notebook</a:t>
            </a:r>
          </a:p>
          <a:p>
            <a:pPr marL="558800" lvl="1" indent="0">
              <a:lnSpc>
                <a:spcPct val="150000"/>
              </a:lnSpc>
              <a:spcBef>
                <a:spcPts val="0"/>
              </a:spcBef>
              <a:buNone/>
            </a:pPr>
            <a:endParaRPr lang="en-US" dirty="0"/>
          </a:p>
        </p:txBody>
      </p:sp>
      <p:sp>
        <p:nvSpPr>
          <p:cNvPr id="276" name="Google Shape;276;p27"/>
          <p:cNvSpPr txBox="1">
            <a:spLocks noGrp="1"/>
          </p:cNvSpPr>
          <p:nvPr>
            <p:ph type="title"/>
          </p:nvPr>
        </p:nvSpPr>
        <p:spPr>
          <a:xfrm>
            <a:off x="660399" y="430567"/>
            <a:ext cx="5306400" cy="847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76"/>
                                        </p:tgtEl>
                                        <p:attrNameLst>
                                          <p:attrName>style.visibility</p:attrName>
                                        </p:attrNameLst>
                                      </p:cBhvr>
                                      <p:to>
                                        <p:strVal val="visible"/>
                                      </p:to>
                                    </p:set>
                                    <p:anim calcmode="lin" valueType="num">
                                      <p:cBhvr additive="base">
                                        <p:cTn id="7" dur="500"/>
                                        <p:tgtEl>
                                          <p:spTgt spid="276"/>
                                        </p:tgtEl>
                                        <p:attrNameLst>
                                          <p:attrName>ppt_w</p:attrName>
                                        </p:attrNameLst>
                                      </p:cBhvr>
                                      <p:tavLst>
                                        <p:tav tm="0">
                                          <p:val>
                                            <p:strVal val="0"/>
                                          </p:val>
                                        </p:tav>
                                        <p:tav tm="100000">
                                          <p:val>
                                            <p:strVal val="#ppt_w"/>
                                          </p:val>
                                        </p:tav>
                                      </p:tavLst>
                                    </p:anim>
                                    <p:anim calcmode="lin" valueType="num">
                                      <p:cBhvr additive="base">
                                        <p:cTn id="8" dur="500"/>
                                        <p:tgtEl>
                                          <p:spTgt spid="27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8"/>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82" name="Google Shape;282;p28"/>
          <p:cNvSpPr txBox="1">
            <a:spLocks noGrp="1"/>
          </p:cNvSpPr>
          <p:nvPr>
            <p:ph type="title"/>
          </p:nvPr>
        </p:nvSpPr>
        <p:spPr>
          <a:xfrm>
            <a:off x="501882" y="193040"/>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RESULTS </a:t>
            </a:r>
            <a:endParaRPr dirty="0"/>
          </a:p>
        </p:txBody>
      </p:sp>
      <p:sp>
        <p:nvSpPr>
          <p:cNvPr id="283" name="Google Shape;283;p28"/>
          <p:cNvSpPr txBox="1"/>
          <p:nvPr/>
        </p:nvSpPr>
        <p:spPr>
          <a:xfrm>
            <a:off x="960079" y="1406504"/>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8B9FBB29-971E-E228-74E4-AA3EEC8B216A}"/>
              </a:ext>
            </a:extLst>
          </p:cNvPr>
          <p:cNvPicPr>
            <a:picLocks noChangeAspect="1"/>
          </p:cNvPicPr>
          <p:nvPr/>
        </p:nvPicPr>
        <p:blipFill>
          <a:blip r:embed="rId4"/>
          <a:stretch>
            <a:fillRect/>
          </a:stretch>
        </p:blipFill>
        <p:spPr>
          <a:xfrm>
            <a:off x="222660" y="1167012"/>
            <a:ext cx="7279116" cy="5161936"/>
          </a:xfrm>
          <a:prstGeom prst="rect">
            <a:avLst/>
          </a:prstGeom>
        </p:spPr>
      </p:pic>
      <p:sp>
        <p:nvSpPr>
          <p:cNvPr id="2" name="TextBox 1">
            <a:extLst>
              <a:ext uri="{FF2B5EF4-FFF2-40B4-BE49-F238E27FC236}">
                <a16:creationId xmlns:a16="http://schemas.microsoft.com/office/drawing/2014/main" id="{183C1A2A-AFF4-A167-4405-61E9393406F3}"/>
              </a:ext>
            </a:extLst>
          </p:cNvPr>
          <p:cNvSpPr txBox="1"/>
          <p:nvPr/>
        </p:nvSpPr>
        <p:spPr>
          <a:xfrm>
            <a:off x="7678993" y="1739504"/>
            <a:ext cx="3264310" cy="3416320"/>
          </a:xfrm>
          <a:prstGeom prst="rect">
            <a:avLst/>
          </a:prstGeom>
          <a:noFill/>
        </p:spPr>
        <p:txBody>
          <a:bodyPr wrap="square" rtlCol="0">
            <a:spAutoFit/>
          </a:bodyPr>
          <a:lstStyle/>
          <a:p>
            <a:pPr marL="285750" indent="-285750">
              <a:buFont typeface="Arial" panose="020B0604020202020204" pitchFamily="34" charset="0"/>
              <a:buChar char="•"/>
            </a:pPr>
            <a:r>
              <a:rPr lang="en-IN" sz="1800" dirty="0">
                <a:latin typeface="Trebuchet MS" panose="020B0603020202020204" pitchFamily="34" charset="0"/>
              </a:rPr>
              <a:t>Overall, Kharif demonstrates the strongest agricultural and economic performance, with the highest yield, production, revenue, and profit.</a:t>
            </a:r>
          </a:p>
          <a:p>
            <a:pPr marL="285750" indent="-285750">
              <a:buFont typeface="Arial" panose="020B0604020202020204" pitchFamily="34" charset="0"/>
              <a:buChar char="•"/>
            </a:pPr>
            <a:r>
              <a:rPr lang="en-IN" sz="1800" dirty="0">
                <a:latin typeface="Trebuchet MS" panose="020B0603020202020204" pitchFamily="34" charset="0"/>
              </a:rPr>
              <a:t> Zaid shows the weakest performance.</a:t>
            </a:r>
          </a:p>
          <a:p>
            <a:pPr marL="285750" indent="-285750">
              <a:buFont typeface="Arial" panose="020B0604020202020204" pitchFamily="34" charset="0"/>
              <a:buChar char="•"/>
            </a:pPr>
            <a:r>
              <a:rPr lang="en-IN" sz="1800" dirty="0">
                <a:latin typeface="Trebuchet MS" panose="020B0603020202020204" pitchFamily="34" charset="0"/>
              </a:rPr>
              <a:t>Rabi falls between the two seasons in overall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 calcmode="lin" valueType="num">
                                      <p:cBhvr additive="base">
                                        <p:cTn id="7" dur="500"/>
                                        <p:tgtEl>
                                          <p:spTgt spid="282"/>
                                        </p:tgtEl>
                                        <p:attrNameLst>
                                          <p:attrName>ppt_w</p:attrName>
                                        </p:attrNameLst>
                                      </p:cBhvr>
                                      <p:tavLst>
                                        <p:tav tm="0">
                                          <p:val>
                                            <p:strVal val="0"/>
                                          </p:val>
                                        </p:tav>
                                        <p:tav tm="100000">
                                          <p:val>
                                            <p:strVal val="#ppt_w"/>
                                          </p:val>
                                        </p:tav>
                                      </p:tavLst>
                                    </p:anim>
                                    <p:anim calcmode="lin" valueType="num">
                                      <p:cBhvr additive="base">
                                        <p:cTn id="8" dur="500"/>
                                        <p:tgtEl>
                                          <p:spTgt spid="28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3"/>
                                        </p:tgtEl>
                                        <p:attrNameLst>
                                          <p:attrName>style.visibility</p:attrName>
                                        </p:attrNameLst>
                                      </p:cBhvr>
                                      <p:to>
                                        <p:strVal val="visible"/>
                                      </p:to>
                                    </p:set>
                                    <p:animEffect transition="in" filter="fade">
                                      <p:cBhvr>
                                        <p:cTn id="13" dur="10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29"/>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291" name="Google Shape;291;p29"/>
          <p:cNvSpPr txBox="1">
            <a:spLocks noGrp="1"/>
          </p:cNvSpPr>
          <p:nvPr>
            <p:ph type="title"/>
          </p:nvPr>
        </p:nvSpPr>
        <p:spPr>
          <a:xfrm>
            <a:off x="34379" y="11111"/>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dirty="0"/>
              <a:t>RESULTS </a:t>
            </a:r>
            <a:endParaRPr dirty="0"/>
          </a:p>
        </p:txBody>
      </p:sp>
      <p:sp>
        <p:nvSpPr>
          <p:cNvPr id="292" name="Google Shape;292;p29"/>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93" name="Google Shape;293;p29"/>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 name="Text Placeholder 2">
            <a:extLst>
              <a:ext uri="{FF2B5EF4-FFF2-40B4-BE49-F238E27FC236}">
                <a16:creationId xmlns:a16="http://schemas.microsoft.com/office/drawing/2014/main" id="{2DCC7F00-7DBD-7318-F98E-987CCB2781EF}"/>
              </a:ext>
            </a:extLst>
          </p:cNvPr>
          <p:cNvSpPr>
            <a:spLocks noGrp="1"/>
          </p:cNvSpPr>
          <p:nvPr>
            <p:ph type="body" idx="1"/>
          </p:nvPr>
        </p:nvSpPr>
        <p:spPr>
          <a:xfrm>
            <a:off x="675957" y="5424695"/>
            <a:ext cx="8123914" cy="1255176"/>
          </a:xfrm>
        </p:spPr>
        <p:txBody>
          <a:bodyPr>
            <a:normAutofit fontScale="85000" lnSpcReduction="20000"/>
          </a:bodyPr>
          <a:lstStyle/>
          <a:p>
            <a:r>
              <a:rPr lang="en-US" dirty="0"/>
              <a:t>The analysis shows clear seasonal variation in environmental conditions. Kharif is characterized by higher rainfall, soil moisture, and humidity, while Zaid experiences higher temperatures. In contrast, soil pH remains relatively stable across seasons, indicating limited seasonal variation in soil acidity or alkalinity.</a:t>
            </a:r>
            <a:endParaRPr lang="en-IN" dirty="0"/>
          </a:p>
        </p:txBody>
      </p:sp>
      <p:pic>
        <p:nvPicPr>
          <p:cNvPr id="4" name="Picture 3">
            <a:extLst>
              <a:ext uri="{FF2B5EF4-FFF2-40B4-BE49-F238E27FC236}">
                <a16:creationId xmlns:a16="http://schemas.microsoft.com/office/drawing/2014/main" id="{13F220B6-648E-4104-5CC3-BE57FA6FE795}"/>
              </a:ext>
            </a:extLst>
          </p:cNvPr>
          <p:cNvPicPr>
            <a:picLocks noChangeAspect="1"/>
          </p:cNvPicPr>
          <p:nvPr/>
        </p:nvPicPr>
        <p:blipFill>
          <a:blip r:embed="rId4"/>
          <a:stretch>
            <a:fillRect/>
          </a:stretch>
        </p:blipFill>
        <p:spPr>
          <a:xfrm>
            <a:off x="34379" y="718537"/>
            <a:ext cx="9151373" cy="47769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 calcmode="lin" valueType="num">
                                      <p:cBhvr additive="base">
                                        <p:cTn id="7" dur="500"/>
                                        <p:tgtEl>
                                          <p:spTgt spid="291"/>
                                        </p:tgtEl>
                                        <p:attrNameLst>
                                          <p:attrName>ppt_w</p:attrName>
                                        </p:attrNameLst>
                                      </p:cBhvr>
                                      <p:tavLst>
                                        <p:tav tm="0">
                                          <p:val>
                                            <p:strVal val="0"/>
                                          </p:val>
                                        </p:tav>
                                        <p:tav tm="100000">
                                          <p:val>
                                            <p:strVal val="#ppt_w"/>
                                          </p:val>
                                        </p:tav>
                                      </p:tavLst>
                                    </p:anim>
                                    <p:anim calcmode="lin" valueType="num">
                                      <p:cBhvr additive="base">
                                        <p:cTn id="8" dur="500"/>
                                        <p:tgtEl>
                                          <p:spTgt spid="29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92"/>
                                        </p:tgtEl>
                                        <p:attrNameLst>
                                          <p:attrName>style.visibility</p:attrName>
                                        </p:attrNameLst>
                                      </p:cBhvr>
                                      <p:to>
                                        <p:strVal val="visible"/>
                                      </p:to>
                                    </p:set>
                                    <p:animEffect transition="in" filter="fade">
                                      <p:cBhvr>
                                        <p:cTn id="13" dur="1000"/>
                                        <p:tgtEl>
                                          <p:spTgt spid="29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93"/>
                                        </p:tgtEl>
                                        <p:attrNameLst>
                                          <p:attrName>style.visibility</p:attrName>
                                        </p:attrNameLst>
                                      </p:cBhvr>
                                      <p:to>
                                        <p:strVal val="visible"/>
                                      </p:to>
                                    </p:set>
                                    <p:animEffect transition="in" filter="fade">
                                      <p:cBhvr>
                                        <p:cTn id="18" dur="1000"/>
                                        <p:tgtEl>
                                          <p:spTgt spid="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30"/>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0" name="Google Shape;300;p30"/>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01" name="Google Shape;301;p30"/>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02" name="Google Shape;302;p30"/>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C23A6792-2DA3-E7EB-1483-D392952E135D}"/>
              </a:ext>
            </a:extLst>
          </p:cNvPr>
          <p:cNvPicPr>
            <a:picLocks noChangeAspect="1"/>
          </p:cNvPicPr>
          <p:nvPr/>
        </p:nvPicPr>
        <p:blipFill>
          <a:blip r:embed="rId4"/>
          <a:stretch>
            <a:fillRect/>
          </a:stretch>
        </p:blipFill>
        <p:spPr>
          <a:xfrm>
            <a:off x="139904" y="1275371"/>
            <a:ext cx="7312948" cy="4992634"/>
          </a:xfrm>
          <a:prstGeom prst="rect">
            <a:avLst/>
          </a:prstGeom>
          <a:ln>
            <a:solidFill>
              <a:schemeClr val="tx1"/>
            </a:solidFill>
          </a:ln>
        </p:spPr>
      </p:pic>
      <p:sp>
        <p:nvSpPr>
          <p:cNvPr id="7" name="TextBox 6">
            <a:extLst>
              <a:ext uri="{FF2B5EF4-FFF2-40B4-BE49-F238E27FC236}">
                <a16:creationId xmlns:a16="http://schemas.microsoft.com/office/drawing/2014/main" id="{15C39A19-928F-1B6A-3D30-BEF739248E28}"/>
              </a:ext>
            </a:extLst>
          </p:cNvPr>
          <p:cNvSpPr txBox="1"/>
          <p:nvPr/>
        </p:nvSpPr>
        <p:spPr>
          <a:xfrm>
            <a:off x="7784895" y="1608370"/>
            <a:ext cx="2322666" cy="1661993"/>
          </a:xfrm>
          <a:prstGeom prst="rect">
            <a:avLst/>
          </a:prstGeom>
          <a:noFill/>
        </p:spPr>
        <p:txBody>
          <a:bodyPr wrap="square" rtlCol="0">
            <a:spAutoFit/>
          </a:bodyPr>
          <a:lstStyle/>
          <a:p>
            <a:r>
              <a:rPr lang="en-US" sz="1800" b="1" dirty="0">
                <a:latin typeface="Trebuchet MS" panose="020B0603020202020204" pitchFamily="34" charset="0"/>
              </a:rPr>
              <a:t>Observation</a:t>
            </a:r>
          </a:p>
          <a:p>
            <a:endParaRPr lang="en-US" dirty="0">
              <a:latin typeface="Trebuchet MS" panose="020B0603020202020204" pitchFamily="34" charset="0"/>
            </a:endParaRPr>
          </a:p>
          <a:p>
            <a:r>
              <a:rPr lang="en-US" dirty="0">
                <a:latin typeface="Trebuchet MS" panose="020B0603020202020204" pitchFamily="34" charset="0"/>
              </a:rPr>
              <a:t>This graph demonstrates that kharif season has better Economic Performance than Rabi and Zaid.</a:t>
            </a:r>
            <a:endParaRPr lang="en-IN" dirty="0">
              <a:latin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additive="base">
                                        <p:cTn id="7" dur="500"/>
                                        <p:tgtEl>
                                          <p:spTgt spid="300"/>
                                        </p:tgtEl>
                                        <p:attrNameLst>
                                          <p:attrName>ppt_w</p:attrName>
                                        </p:attrNameLst>
                                      </p:cBhvr>
                                      <p:tavLst>
                                        <p:tav tm="0">
                                          <p:val>
                                            <p:strVal val="0"/>
                                          </p:val>
                                        </p:tav>
                                        <p:tav tm="100000">
                                          <p:val>
                                            <p:strVal val="#ppt_w"/>
                                          </p:val>
                                        </p:tav>
                                      </p:tavLst>
                                    </p:anim>
                                    <p:anim calcmode="lin" valueType="num">
                                      <p:cBhvr additive="base">
                                        <p:cTn id="8" dur="500"/>
                                        <p:tgtEl>
                                          <p:spTgt spid="30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01"/>
                                        </p:tgtEl>
                                        <p:attrNameLst>
                                          <p:attrName>style.visibility</p:attrName>
                                        </p:attrNameLst>
                                      </p:cBhvr>
                                      <p:to>
                                        <p:strVal val="visible"/>
                                      </p:to>
                                    </p:set>
                                    <p:animEffect transition="in" filter="fade">
                                      <p:cBhvr>
                                        <p:cTn id="13" dur="1000"/>
                                        <p:tgtEl>
                                          <p:spTgt spid="30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2"/>
                                        </p:tgtEl>
                                        <p:attrNameLst>
                                          <p:attrName>style.visibility</p:attrName>
                                        </p:attrNameLst>
                                      </p:cBhvr>
                                      <p:to>
                                        <p:strVal val="visible"/>
                                      </p:to>
                                    </p:set>
                                    <p:animEffect transition="in" filter="fade">
                                      <p:cBhvr>
                                        <p:cTn id="18" dur="1000"/>
                                        <p:tgtEl>
                                          <p:spTgt spid="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2"/>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18" name="Google Shape;318;p32"/>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9" name="Google Shape;319;p32"/>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20" name="Google Shape;320;p32"/>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04F0CD82-6DFC-5171-B754-176A68565C45}"/>
              </a:ext>
            </a:extLst>
          </p:cNvPr>
          <p:cNvPicPr>
            <a:picLocks noChangeAspect="1"/>
          </p:cNvPicPr>
          <p:nvPr/>
        </p:nvPicPr>
        <p:blipFill>
          <a:blip r:embed="rId4"/>
          <a:stretch>
            <a:fillRect/>
          </a:stretch>
        </p:blipFill>
        <p:spPr>
          <a:xfrm>
            <a:off x="434391" y="1578730"/>
            <a:ext cx="4314590" cy="3337899"/>
          </a:xfrm>
          <a:prstGeom prst="rect">
            <a:avLst/>
          </a:prstGeom>
          <a:ln>
            <a:solidFill>
              <a:schemeClr val="tx1"/>
            </a:solidFill>
          </a:ln>
        </p:spPr>
      </p:pic>
      <p:pic>
        <p:nvPicPr>
          <p:cNvPr id="5" name="Picture 4">
            <a:extLst>
              <a:ext uri="{FF2B5EF4-FFF2-40B4-BE49-F238E27FC236}">
                <a16:creationId xmlns:a16="http://schemas.microsoft.com/office/drawing/2014/main" id="{949CF0D3-35DD-CBD3-6935-782B4CBF37AA}"/>
              </a:ext>
            </a:extLst>
          </p:cNvPr>
          <p:cNvPicPr>
            <a:picLocks noChangeAspect="1"/>
          </p:cNvPicPr>
          <p:nvPr/>
        </p:nvPicPr>
        <p:blipFill>
          <a:blip r:embed="rId5"/>
          <a:stretch>
            <a:fillRect/>
          </a:stretch>
        </p:blipFill>
        <p:spPr>
          <a:xfrm>
            <a:off x="5430193" y="1578731"/>
            <a:ext cx="4137610" cy="3337899"/>
          </a:xfrm>
          <a:prstGeom prst="rect">
            <a:avLst/>
          </a:prstGeom>
          <a:ln>
            <a:solidFill>
              <a:schemeClr val="tx1"/>
            </a:solidFill>
          </a:ln>
        </p:spPr>
      </p:pic>
      <p:sp>
        <p:nvSpPr>
          <p:cNvPr id="6" name="TextBox 5">
            <a:extLst>
              <a:ext uri="{FF2B5EF4-FFF2-40B4-BE49-F238E27FC236}">
                <a16:creationId xmlns:a16="http://schemas.microsoft.com/office/drawing/2014/main" id="{82AF7EA8-7DC4-EE4A-9579-013A957E94F8}"/>
              </a:ext>
            </a:extLst>
          </p:cNvPr>
          <p:cNvSpPr txBox="1"/>
          <p:nvPr/>
        </p:nvSpPr>
        <p:spPr>
          <a:xfrm>
            <a:off x="434391" y="5397909"/>
            <a:ext cx="8975080" cy="738664"/>
          </a:xfrm>
          <a:prstGeom prst="rect">
            <a:avLst/>
          </a:prstGeom>
          <a:noFill/>
        </p:spPr>
        <p:txBody>
          <a:bodyPr wrap="square" rtlCol="0">
            <a:spAutoFit/>
          </a:bodyPr>
          <a:lstStyle/>
          <a:p>
            <a:r>
              <a:rPr lang="en-IN" dirty="0"/>
              <a:t>Resource consumption varies across seasons. Zaid records the highest average water and pesticide usage, while Kharif has the highest fertilizer application. Rabi shows comparatively lower usage across these resources. The variation is most noticeable in water consumption</a:t>
            </a:r>
          </a:p>
        </p:txBody>
      </p:sp>
      <p:sp>
        <p:nvSpPr>
          <p:cNvPr id="8" name="TextBox 7">
            <a:extLst>
              <a:ext uri="{FF2B5EF4-FFF2-40B4-BE49-F238E27FC236}">
                <a16:creationId xmlns:a16="http://schemas.microsoft.com/office/drawing/2014/main" id="{FCAA40BB-8974-5503-1D6F-624F66215F52}"/>
              </a:ext>
            </a:extLst>
          </p:cNvPr>
          <p:cNvSpPr txBox="1"/>
          <p:nvPr/>
        </p:nvSpPr>
        <p:spPr>
          <a:xfrm>
            <a:off x="4994230" y="66418"/>
            <a:ext cx="5290312" cy="1169551"/>
          </a:xfrm>
          <a:prstGeom prst="rect">
            <a:avLst/>
          </a:prstGeom>
          <a:solidFill>
            <a:schemeClr val="accent2">
              <a:lumMod val="20000"/>
              <a:lumOff val="80000"/>
            </a:schemeClr>
          </a:solidFill>
        </p:spPr>
        <p:txBody>
          <a:bodyPr wrap="square">
            <a:spAutoFit/>
          </a:bodyPr>
          <a:lstStyle/>
          <a:p>
            <a:pPr marL="0" marR="0" indent="0" algn="l" latinLnBrk="1">
              <a:buNone/>
            </a:pPr>
            <a:r>
              <a:rPr lang="en-IN" sz="1400" b="0" i="0" dirty="0">
                <a:effectLst/>
                <a:latin typeface="Arial"/>
              </a:rPr>
              <a:t>           </a:t>
            </a:r>
            <a:r>
              <a:rPr lang="en-IN" sz="1400" b="1" i="0" dirty="0">
                <a:effectLst/>
                <a:latin typeface="Arial"/>
              </a:rPr>
              <a:t>Water_Used_m3  </a:t>
            </a:r>
            <a:r>
              <a:rPr lang="en-IN" sz="1400" b="1" i="0" dirty="0" err="1">
                <a:effectLst/>
                <a:latin typeface="Arial"/>
              </a:rPr>
              <a:t>Fertilizer_kg_ha</a:t>
            </a:r>
            <a:r>
              <a:rPr lang="en-IN" sz="1400" b="1" i="0" dirty="0">
                <a:effectLst/>
                <a:latin typeface="Arial"/>
              </a:rPr>
              <a:t>  </a:t>
            </a:r>
            <a:r>
              <a:rPr lang="en-IN" sz="1400" b="1" i="0" dirty="0" err="1">
                <a:effectLst/>
                <a:latin typeface="Arial"/>
              </a:rPr>
              <a:t>Pesticide_Litre_ha</a:t>
            </a:r>
            <a:endParaRPr lang="en-IN" sz="1400" b="1" i="0" dirty="0">
              <a:effectLst/>
              <a:latin typeface="Arial"/>
            </a:endParaRPr>
          </a:p>
          <a:p>
            <a:pPr marL="0" marR="0" indent="0" algn="l" latinLnBrk="1">
              <a:buNone/>
            </a:pPr>
            <a:r>
              <a:rPr lang="en-IN" sz="1400" b="1" i="0" dirty="0">
                <a:effectLst/>
                <a:latin typeface="Arial"/>
              </a:rPr>
              <a:t>Season                                                     </a:t>
            </a:r>
          </a:p>
          <a:p>
            <a:pPr marL="0" marR="0" indent="0" algn="l" latinLnBrk="1">
              <a:buNone/>
            </a:pPr>
            <a:r>
              <a:rPr lang="en-IN" sz="1400" b="0" i="0" dirty="0">
                <a:effectLst/>
                <a:latin typeface="Arial"/>
              </a:rPr>
              <a:t>Kharif    6094.046275        187.041027            5.078736</a:t>
            </a:r>
          </a:p>
          <a:p>
            <a:pPr marL="0" marR="0" indent="0" algn="l" latinLnBrk="1">
              <a:buNone/>
            </a:pPr>
            <a:r>
              <a:rPr lang="en-IN" sz="1400" b="0" i="0" dirty="0">
                <a:effectLst/>
                <a:latin typeface="Arial"/>
              </a:rPr>
              <a:t>Rabi      5837.238955        185.282016            5.025669</a:t>
            </a:r>
          </a:p>
          <a:p>
            <a:pPr marL="0" marR="0" indent="0" algn="l" latinLnBrk="1">
              <a:buNone/>
            </a:pPr>
            <a:r>
              <a:rPr lang="en-IN" sz="1400" b="0" i="0" dirty="0">
                <a:effectLst/>
                <a:latin typeface="Arial"/>
              </a:rPr>
              <a:t>Zaid      6423.076401        184.233447            5.162598</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500"/>
                                        <p:tgtEl>
                                          <p:spTgt spid="318"/>
                                        </p:tgtEl>
                                        <p:attrNameLst>
                                          <p:attrName>ppt_w</p:attrName>
                                        </p:attrNameLst>
                                      </p:cBhvr>
                                      <p:tavLst>
                                        <p:tav tm="0">
                                          <p:val>
                                            <p:strVal val="0"/>
                                          </p:val>
                                        </p:tav>
                                        <p:tav tm="100000">
                                          <p:val>
                                            <p:strVal val="#ppt_w"/>
                                          </p:val>
                                        </p:tav>
                                      </p:tavLst>
                                    </p:anim>
                                    <p:anim calcmode="lin" valueType="num">
                                      <p:cBhvr additive="base">
                                        <p:cTn id="8" dur="500"/>
                                        <p:tgtEl>
                                          <p:spTgt spid="31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1000"/>
                                        <p:tgtEl>
                                          <p:spTgt spid="3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0"/>
                                        </p:tgtEl>
                                        <p:attrNameLst>
                                          <p:attrName>style.visibility</p:attrName>
                                        </p:attrNameLst>
                                      </p:cBhvr>
                                      <p:to>
                                        <p:strVal val="visible"/>
                                      </p:to>
                                    </p:set>
                                    <p:animEffect transition="in" filter="fade">
                                      <p:cBhvr>
                                        <p:cTn id="18" dur="10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31"/>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09" name="Google Shape;309;p31"/>
          <p:cNvSpPr txBox="1">
            <a:spLocks noGrp="1"/>
          </p:cNvSpPr>
          <p:nvPr>
            <p:ph type="title"/>
          </p:nvPr>
        </p:nvSpPr>
        <p:spPr>
          <a:xfrm>
            <a:off x="675957" y="370589"/>
            <a:ext cx="29817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800"/>
              <a:buFont typeface="Trebuchet MS"/>
              <a:buNone/>
            </a:pPr>
            <a:r>
              <a:rPr lang="en-US"/>
              <a:t>RESULTS </a:t>
            </a:r>
            <a:endParaRPr/>
          </a:p>
        </p:txBody>
      </p:sp>
      <p:sp>
        <p:nvSpPr>
          <p:cNvPr id="311" name="Google Shape;311;p31"/>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2" name="Picture 1">
            <a:extLst>
              <a:ext uri="{FF2B5EF4-FFF2-40B4-BE49-F238E27FC236}">
                <a16:creationId xmlns:a16="http://schemas.microsoft.com/office/drawing/2014/main" id="{0FE504BE-B1DC-FDFE-E1B9-2C33605DB185}"/>
              </a:ext>
            </a:extLst>
          </p:cNvPr>
          <p:cNvPicPr>
            <a:picLocks noChangeAspect="1"/>
          </p:cNvPicPr>
          <p:nvPr/>
        </p:nvPicPr>
        <p:blipFill>
          <a:blip r:embed="rId4"/>
          <a:stretch>
            <a:fillRect/>
          </a:stretch>
        </p:blipFill>
        <p:spPr>
          <a:xfrm>
            <a:off x="856325" y="1052052"/>
            <a:ext cx="7796062" cy="54486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 calcmode="lin" valueType="num">
                                      <p:cBhvr additive="base">
                                        <p:cTn id="7" dur="500"/>
                                        <p:tgtEl>
                                          <p:spTgt spid="309"/>
                                        </p:tgtEl>
                                        <p:attrNameLst>
                                          <p:attrName>ppt_w</p:attrName>
                                        </p:attrNameLst>
                                      </p:cBhvr>
                                      <p:tavLst>
                                        <p:tav tm="0">
                                          <p:val>
                                            <p:strVal val="0"/>
                                          </p:val>
                                        </p:tav>
                                        <p:tav tm="100000">
                                          <p:val>
                                            <p:strVal val="#ppt_w"/>
                                          </p:val>
                                        </p:tav>
                                      </p:tavLst>
                                    </p:anim>
                                    <p:anim calcmode="lin" valueType="num">
                                      <p:cBhvr additive="base">
                                        <p:cTn id="8" dur="500"/>
                                        <p:tgtEl>
                                          <p:spTgt spid="30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11"/>
                                        </p:tgtEl>
                                        <p:attrNameLst>
                                          <p:attrName>style.visibility</p:attrName>
                                        </p:attrNameLst>
                                      </p:cBhvr>
                                      <p:to>
                                        <p:strVal val="visible"/>
                                      </p:to>
                                    </p:set>
                                    <p:animEffect transition="in" filter="fade">
                                      <p:cBhvr>
                                        <p:cTn id="13" dur="10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33"/>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27" name="Google Shape;327;p33"/>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Future scope</a:t>
            </a:r>
            <a:endParaRPr/>
          </a:p>
        </p:txBody>
      </p:sp>
      <p:sp>
        <p:nvSpPr>
          <p:cNvPr id="328" name="Google Shape;328;p33"/>
          <p:cNvSpPr txBox="1"/>
          <p:nvPr/>
        </p:nvSpPr>
        <p:spPr>
          <a:xfrm>
            <a:off x="320981" y="1275371"/>
            <a:ext cx="8016773" cy="4859958"/>
          </a:xfrm>
          <a:prstGeom prst="rect">
            <a:avLst/>
          </a:prstGeom>
          <a:noFill/>
          <a:ln>
            <a:noFill/>
          </a:ln>
        </p:spPr>
        <p:txBody>
          <a:bodyPr spcFirstLastPara="1" wrap="square" lIns="91425" tIns="45700" rIns="91425" bIns="45700" anchor="t" anchorCtr="0">
            <a:normAutofit fontScale="92500" lnSpcReduction="10000"/>
          </a:bodyPr>
          <a:lstStyle/>
          <a:p>
            <a:pPr lvl="0"/>
            <a:r>
              <a:rPr lang="en-IN" sz="2000" b="1" dirty="0"/>
              <a:t>Crop Yield Prediction</a:t>
            </a:r>
            <a:br>
              <a:rPr lang="en-IN" sz="2000" dirty="0"/>
            </a:br>
            <a:r>
              <a:rPr lang="en-IN" sz="2000" dirty="0"/>
              <a:t>Develop machine learning models to predict crop yield based on rainfall, temperature, soil moisture, fertilizer usage, and other factors. </a:t>
            </a:r>
          </a:p>
          <a:p>
            <a:pPr lvl="0"/>
            <a:r>
              <a:rPr lang="en-IN" sz="2000" b="1" dirty="0"/>
              <a:t>Weather-Based Crop Recommendations</a:t>
            </a:r>
            <a:br>
              <a:rPr lang="en-IN" sz="2000" dirty="0"/>
            </a:br>
            <a:r>
              <a:rPr lang="en-IN" sz="2000" dirty="0"/>
              <a:t>Recommend suitable crops for a particular season and region using historical weather and soil conditions. </a:t>
            </a:r>
          </a:p>
          <a:p>
            <a:pPr lvl="0"/>
            <a:r>
              <a:rPr lang="en-IN" sz="2000" b="1" dirty="0"/>
              <a:t>Real-Time Data Integration</a:t>
            </a:r>
            <a:br>
              <a:rPr lang="en-IN" sz="2000" dirty="0"/>
            </a:br>
            <a:r>
              <a:rPr lang="en-IN" sz="2000" dirty="0"/>
              <a:t>Integrate live weather and soil-moisture data from APIs and IoT sensors for continuous monitoring. </a:t>
            </a:r>
          </a:p>
          <a:p>
            <a:pPr lvl="0"/>
            <a:r>
              <a:rPr lang="en-IN" sz="2000" b="1" dirty="0"/>
              <a:t>Smart Irrigation Management</a:t>
            </a:r>
            <a:br>
              <a:rPr lang="en-IN" sz="2000" dirty="0"/>
            </a:br>
            <a:r>
              <a:rPr lang="en-IN" sz="2000" dirty="0"/>
              <a:t>Develop a system that recommends the required amount of irrigation based on season, soil moisture, rainfall, and crop requirements. </a:t>
            </a:r>
          </a:p>
          <a:p>
            <a:pPr lvl="0"/>
            <a:r>
              <a:rPr lang="en-IN" sz="2000" b="1" dirty="0"/>
              <a:t>Market Price Prediction</a:t>
            </a:r>
            <a:br>
              <a:rPr lang="en-IN" sz="2000" dirty="0"/>
            </a:br>
            <a:r>
              <a:rPr lang="en-IN" sz="2000" dirty="0"/>
              <a:t>Incorporate historical and real-time market prices to predict crop prices and help farmers choose more profitable crops. </a:t>
            </a:r>
          </a:p>
          <a:p>
            <a:pPr lvl="0"/>
            <a:r>
              <a:rPr lang="en-IN" sz="2000" b="1" dirty="0"/>
              <a:t>Early Pest &amp; Disease Detection</a:t>
            </a:r>
            <a:br>
              <a:rPr lang="en-IN" sz="2000" dirty="0"/>
            </a:br>
            <a:r>
              <a:rPr lang="en-IN" sz="2000" dirty="0"/>
              <a:t>Use machine learning and agricultural data to predict disease and pest risks for different crops and seasons. </a:t>
            </a:r>
          </a:p>
        </p:txBody>
      </p:sp>
      <p:sp>
        <p:nvSpPr>
          <p:cNvPr id="329" name="Google Shape;329;p33"/>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anim calcmode="lin" valueType="num">
                                      <p:cBhvr additive="base">
                                        <p:cTn id="7" dur="500"/>
                                        <p:tgtEl>
                                          <p:spTgt spid="327"/>
                                        </p:tgtEl>
                                        <p:attrNameLst>
                                          <p:attrName>ppt_w</p:attrName>
                                        </p:attrNameLst>
                                      </p:cBhvr>
                                      <p:tavLst>
                                        <p:tav tm="0">
                                          <p:val>
                                            <p:strVal val="0"/>
                                          </p:val>
                                        </p:tav>
                                        <p:tav tm="100000">
                                          <p:val>
                                            <p:strVal val="#ppt_w"/>
                                          </p:val>
                                        </p:tav>
                                      </p:tavLst>
                                    </p:anim>
                                    <p:anim calcmode="lin" valueType="num">
                                      <p:cBhvr additive="base">
                                        <p:cTn id="8" dur="500"/>
                                        <p:tgtEl>
                                          <p:spTgt spid="32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28"/>
                                        </p:tgtEl>
                                        <p:attrNameLst>
                                          <p:attrName>style.visibility</p:attrName>
                                        </p:attrNameLst>
                                      </p:cBhvr>
                                      <p:to>
                                        <p:strVal val="visible"/>
                                      </p:to>
                                    </p:set>
                                    <p:animEffect transition="in" filter="fade">
                                      <p:cBhvr>
                                        <p:cTn id="13" dur="1000"/>
                                        <p:tgtEl>
                                          <p:spTgt spid="3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9"/>
                                        </p:tgtEl>
                                        <p:attrNameLst>
                                          <p:attrName>style.visibility</p:attrName>
                                        </p:attrNameLst>
                                      </p:cBhvr>
                                      <p:to>
                                        <p:strVal val="visible"/>
                                      </p:to>
                                    </p:set>
                                    <p:animEffect transition="in" filter="fade">
                                      <p:cBhvr>
                                        <p:cTn id="18" dur="10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4"/>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35" name="Google Shape;335;p34"/>
          <p:cNvSpPr txBox="1">
            <a:spLocks noGrp="1"/>
          </p:cNvSpPr>
          <p:nvPr>
            <p:ph type="title"/>
          </p:nvPr>
        </p:nvSpPr>
        <p:spPr>
          <a:xfrm>
            <a:off x="675957" y="370589"/>
            <a:ext cx="4735800" cy="83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Trebuchet MS"/>
              <a:buNone/>
            </a:pPr>
            <a:r>
              <a:rPr lang="en-US" sz="4000"/>
              <a:t>GitHub Link</a:t>
            </a:r>
            <a:endParaRPr/>
          </a:p>
        </p:txBody>
      </p:sp>
      <p:sp>
        <p:nvSpPr>
          <p:cNvPr id="337" name="Google Shape;337;p34"/>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038F9541-32D1-BF8E-F01D-1AFC131D0E09}"/>
              </a:ext>
            </a:extLst>
          </p:cNvPr>
          <p:cNvSpPr txBox="1"/>
          <p:nvPr/>
        </p:nvSpPr>
        <p:spPr>
          <a:xfrm>
            <a:off x="793943" y="1275371"/>
            <a:ext cx="5872327" cy="2246769"/>
          </a:xfrm>
          <a:prstGeom prst="rect">
            <a:avLst/>
          </a:prstGeom>
          <a:noFill/>
        </p:spPr>
        <p:txBody>
          <a:bodyPr wrap="square" rtlCol="0">
            <a:spAutoFit/>
          </a:bodyPr>
          <a:lstStyle/>
          <a:p>
            <a:r>
              <a:rPr lang="en-IN" sz="2800" dirty="0">
                <a:hlinkClick r:id="rId4"/>
              </a:rPr>
              <a:t>https://github.com/kaleutkarsha56-cmd/Seasonal-Agriculture-Performance-Analysis.git</a:t>
            </a:r>
            <a:endParaRPr lang="en-IN" sz="2800" dirty="0"/>
          </a:p>
          <a:p>
            <a:endParaRPr lang="en-IN" sz="2800" dirty="0"/>
          </a:p>
          <a:p>
            <a:endParaRPr lang="en-I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 calcmode="lin" valueType="num">
                                      <p:cBhvr additive="base">
                                        <p:cTn id="7" dur="500"/>
                                        <p:tgtEl>
                                          <p:spTgt spid="335"/>
                                        </p:tgtEl>
                                        <p:attrNameLst>
                                          <p:attrName>ppt_w</p:attrName>
                                        </p:attrNameLst>
                                      </p:cBhvr>
                                      <p:tavLst>
                                        <p:tav tm="0">
                                          <p:val>
                                            <p:strVal val="0"/>
                                          </p:val>
                                        </p:tav>
                                        <p:tav tm="100000">
                                          <p:val>
                                            <p:strVal val="#ppt_w"/>
                                          </p:val>
                                        </p:tav>
                                      </p:tavLst>
                                    </p:anim>
                                    <p:anim calcmode="lin" valueType="num">
                                      <p:cBhvr additive="base">
                                        <p:cTn id="8" dur="500"/>
                                        <p:tgtEl>
                                          <p:spTgt spid="33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37"/>
                                        </p:tgtEl>
                                        <p:attrNameLst>
                                          <p:attrName>style.visibility</p:attrName>
                                        </p:attrNameLst>
                                      </p:cBhvr>
                                      <p:to>
                                        <p:strVal val="visible"/>
                                      </p:to>
                                    </p:set>
                                    <p:animEffect transition="in" filter="fade">
                                      <p:cBhvr>
                                        <p:cTn id="13" dur="10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pic>
        <p:nvPicPr>
          <p:cNvPr id="342" name="Google Shape;342;p35"/>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
        <p:nvSpPr>
          <p:cNvPr id="343" name="Google Shape;343;p35"/>
          <p:cNvSpPr txBox="1">
            <a:spLocks noGrp="1"/>
          </p:cNvSpPr>
          <p:nvPr>
            <p:ph type="title"/>
          </p:nvPr>
        </p:nvSpPr>
        <p:spPr>
          <a:xfrm>
            <a:off x="597299" y="193040"/>
            <a:ext cx="8351400" cy="8847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100000"/>
              <a:buFont typeface="Trebuchet MS"/>
              <a:buNone/>
            </a:pPr>
            <a:r>
              <a:rPr lang="en-US" sz="3200" dirty="0"/>
              <a:t>VOIS Course completion certificate - </a:t>
            </a:r>
            <a:br>
              <a:rPr lang="en-US" sz="3200" dirty="0"/>
            </a:br>
            <a:r>
              <a:rPr lang="en-US" sz="3200" dirty="0"/>
              <a:t>Course name- Data Visualization </a:t>
            </a:r>
            <a:endParaRPr dirty="0"/>
          </a:p>
        </p:txBody>
      </p:sp>
      <p:sp>
        <p:nvSpPr>
          <p:cNvPr id="344" name="Google Shape;344;p35"/>
          <p:cNvSpPr txBox="1"/>
          <p:nvPr/>
        </p:nvSpPr>
        <p:spPr>
          <a:xfrm>
            <a:off x="320982"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sp>
        <p:nvSpPr>
          <p:cNvPr id="345" name="Google Shape;345;p35"/>
          <p:cNvSpPr txBox="1"/>
          <p:nvPr/>
        </p:nvSpPr>
        <p:spPr>
          <a:xfrm>
            <a:off x="4345694" y="1275371"/>
            <a:ext cx="3343500" cy="6660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600"/>
              <a:buFont typeface="Noto Sans Symbols"/>
              <a:buNone/>
            </a:pPr>
            <a:endParaRPr sz="2000">
              <a:solidFill>
                <a:schemeClr val="dk1"/>
              </a:solidFill>
              <a:latin typeface="Trebuchet MS"/>
              <a:ea typeface="Trebuchet MS"/>
              <a:cs typeface="Trebuchet MS"/>
              <a:sym typeface="Trebuchet MS"/>
            </a:endParaRPr>
          </a:p>
        </p:txBody>
      </p:sp>
      <p:pic>
        <p:nvPicPr>
          <p:cNvPr id="3" name="Picture 2">
            <a:extLst>
              <a:ext uri="{FF2B5EF4-FFF2-40B4-BE49-F238E27FC236}">
                <a16:creationId xmlns:a16="http://schemas.microsoft.com/office/drawing/2014/main" id="{D86B5BD3-7D83-B389-2D76-DB9EBFA0257C}"/>
              </a:ext>
            </a:extLst>
          </p:cNvPr>
          <p:cNvPicPr>
            <a:picLocks noChangeAspect="1"/>
          </p:cNvPicPr>
          <p:nvPr/>
        </p:nvPicPr>
        <p:blipFill>
          <a:blip r:embed="rId4"/>
          <a:stretch>
            <a:fillRect/>
          </a:stretch>
        </p:blipFill>
        <p:spPr>
          <a:xfrm>
            <a:off x="675957" y="1475330"/>
            <a:ext cx="7635432" cy="48173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 calcmode="lin" valueType="num">
                                      <p:cBhvr additive="base">
                                        <p:cTn id="7" dur="500"/>
                                        <p:tgtEl>
                                          <p:spTgt spid="343"/>
                                        </p:tgtEl>
                                        <p:attrNameLst>
                                          <p:attrName>ppt_w</p:attrName>
                                        </p:attrNameLst>
                                      </p:cBhvr>
                                      <p:tavLst>
                                        <p:tav tm="0">
                                          <p:val>
                                            <p:strVal val="0"/>
                                          </p:val>
                                        </p:tav>
                                        <p:tav tm="100000">
                                          <p:val>
                                            <p:strVal val="#ppt_w"/>
                                          </p:val>
                                        </p:tav>
                                      </p:tavLst>
                                    </p:anim>
                                    <p:anim calcmode="lin" valueType="num">
                                      <p:cBhvr additive="base">
                                        <p:cTn id="8" dur="500"/>
                                        <p:tgtEl>
                                          <p:spTgt spid="34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44"/>
                                        </p:tgtEl>
                                        <p:attrNameLst>
                                          <p:attrName>style.visibility</p:attrName>
                                        </p:attrNameLst>
                                      </p:cBhvr>
                                      <p:to>
                                        <p:strVal val="visible"/>
                                      </p:to>
                                    </p:set>
                                    <p:animEffect transition="in" filter="fade">
                                      <p:cBhvr>
                                        <p:cTn id="13" dur="1000"/>
                                        <p:tgtEl>
                                          <p:spTgt spid="3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45"/>
                                        </p:tgtEl>
                                        <p:attrNameLst>
                                          <p:attrName>style.visibility</p:attrName>
                                        </p:attrNameLst>
                                      </p:cBhvr>
                                      <p:to>
                                        <p:strVal val="visible"/>
                                      </p:to>
                                    </p:set>
                                    <p:animEffect transition="in" filter="fade">
                                      <p:cBhvr>
                                        <p:cTn id="18" dur="10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6"/>
          <p:cNvSpPr txBox="1">
            <a:spLocks noGrp="1"/>
          </p:cNvSpPr>
          <p:nvPr>
            <p:ph type="title"/>
          </p:nvPr>
        </p:nvSpPr>
        <p:spPr>
          <a:xfrm>
            <a:off x="432000" y="647700"/>
            <a:ext cx="11340000" cy="700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rebuchet MS"/>
              <a:buNone/>
            </a:pPr>
            <a:r>
              <a:rPr lang="en-US" sz="4800" b="1">
                <a:solidFill>
                  <a:schemeClr val="dk1"/>
                </a:solidFill>
              </a:rPr>
              <a:t>Thank you</a:t>
            </a:r>
            <a:endParaRPr/>
          </a:p>
        </p:txBody>
      </p:sp>
      <p:sp>
        <p:nvSpPr>
          <p:cNvPr id="351" name="Google Shape;351;p36"/>
          <p:cNvSpPr txBox="1">
            <a:spLocks noGrp="1"/>
          </p:cNvSpPr>
          <p:nvPr>
            <p:ph type="body" idx="8"/>
          </p:nvPr>
        </p:nvSpPr>
        <p:spPr>
          <a:xfrm>
            <a:off x="3727865" y="4641925"/>
            <a:ext cx="2139600" cy="1108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1280"/>
              <a:buNone/>
            </a:pPr>
            <a:r>
              <a:rPr lang="en-US"/>
              <a:t>.</a:t>
            </a:r>
            <a:endParaRPr/>
          </a:p>
        </p:txBody>
      </p:sp>
      <p:sp>
        <p:nvSpPr>
          <p:cNvPr id="352" name="Google Shape;352;p36"/>
          <p:cNvSpPr txBox="1"/>
          <p:nvPr/>
        </p:nvSpPr>
        <p:spPr>
          <a:xfrm>
            <a:off x="878337" y="4134780"/>
            <a:ext cx="2596500" cy="45390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chemeClr val="accent1"/>
              </a:buClr>
              <a:buSzPts val="1920"/>
              <a:buFont typeface="Noto Sans Symbols"/>
              <a:buNone/>
            </a:pPr>
            <a:endParaRPr sz="2400" b="1">
              <a:solidFill>
                <a:schemeClr val="accent4"/>
              </a:solidFill>
              <a:latin typeface="Trebuchet MS"/>
              <a:ea typeface="Trebuchet MS"/>
              <a:cs typeface="Trebuchet MS"/>
              <a:sym typeface="Trebuchet MS"/>
            </a:endParaRPr>
          </a:p>
        </p:txBody>
      </p:sp>
      <p:sp>
        <p:nvSpPr>
          <p:cNvPr id="353" name="Google Shape;353;p36"/>
          <p:cNvSpPr txBox="1"/>
          <p:nvPr/>
        </p:nvSpPr>
        <p:spPr>
          <a:xfrm>
            <a:off x="5353508" y="3962573"/>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4" name="Google Shape;354;p36"/>
          <p:cNvSpPr txBox="1"/>
          <p:nvPr/>
        </p:nvSpPr>
        <p:spPr>
          <a:xfrm>
            <a:off x="7789163" y="3962572"/>
            <a:ext cx="2596500" cy="4539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760"/>
              <a:buFont typeface="Noto Sans Symbols"/>
              <a:buNone/>
            </a:pPr>
            <a:endParaRPr sz="2200" b="1">
              <a:solidFill>
                <a:schemeClr val="accent4"/>
              </a:solidFill>
              <a:latin typeface="Trebuchet MS"/>
              <a:ea typeface="Trebuchet MS"/>
              <a:cs typeface="Trebuchet MS"/>
              <a:sym typeface="Trebuchet MS"/>
            </a:endParaRPr>
          </a:p>
        </p:txBody>
      </p:sp>
      <p:sp>
        <p:nvSpPr>
          <p:cNvPr id="355" name="Google Shape;355;p36"/>
          <p:cNvSpPr txBox="1"/>
          <p:nvPr/>
        </p:nvSpPr>
        <p:spPr>
          <a:xfrm>
            <a:off x="6096000"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endParaRPr sz="1600">
              <a:solidFill>
                <a:schemeClr val="dk1"/>
              </a:solidFill>
              <a:latin typeface="Trebuchet MS"/>
              <a:ea typeface="Trebuchet MS"/>
              <a:cs typeface="Trebuchet MS"/>
              <a:sym typeface="Trebuchet MS"/>
            </a:endParaRPr>
          </a:p>
        </p:txBody>
      </p:sp>
      <p:sp>
        <p:nvSpPr>
          <p:cNvPr id="356" name="Google Shape;356;p36"/>
          <p:cNvSpPr txBox="1"/>
          <p:nvPr/>
        </p:nvSpPr>
        <p:spPr>
          <a:xfrm>
            <a:off x="8591363" y="4641925"/>
            <a:ext cx="2139600" cy="11085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57" name="Google Shape;357;p36"/>
          <p:cNvPicPr preferRelativeResize="0"/>
          <p:nvPr/>
        </p:nvPicPr>
        <p:blipFill rotWithShape="1">
          <a:blip r:embed="rId3">
            <a:alphaModFix/>
          </a:blip>
          <a:srcRect t="96181"/>
          <a:stretch/>
        </p:blipFill>
        <p:spPr>
          <a:xfrm>
            <a:off x="675957" y="6471920"/>
            <a:ext cx="2143125" cy="1930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anim calcmode="lin" valueType="num">
                                      <p:cBhvr additive="base">
                                        <p:cTn id="7" dur="500"/>
                                        <p:tgtEl>
                                          <p:spTgt spid="350"/>
                                        </p:tgtEl>
                                        <p:attrNameLst>
                                          <p:attrName>ppt_w</p:attrName>
                                        </p:attrNameLst>
                                      </p:cBhvr>
                                      <p:tavLst>
                                        <p:tav tm="0">
                                          <p:val>
                                            <p:strVal val="0"/>
                                          </p:val>
                                        </p:tav>
                                        <p:tav tm="100000">
                                          <p:val>
                                            <p:strVal val="#ppt_w"/>
                                          </p:val>
                                        </p:tav>
                                      </p:tavLst>
                                    </p:anim>
                                    <p:anim calcmode="lin" valueType="num">
                                      <p:cBhvr additive="base">
                                        <p:cTn id="8" dur="500"/>
                                        <p:tgtEl>
                                          <p:spTgt spid="35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2"/>
                                        </p:tgtEl>
                                        <p:attrNameLst>
                                          <p:attrName>style.visibility</p:attrName>
                                        </p:attrNameLst>
                                      </p:cBhvr>
                                      <p:to>
                                        <p:strVal val="visible"/>
                                      </p:to>
                                    </p:set>
                                    <p:animEffect transition="in" filter="fade">
                                      <p:cBhvr>
                                        <p:cTn id="13" dur="500"/>
                                        <p:tgtEl>
                                          <p:spTgt spid="3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1">
                                            <p:txEl>
                                              <p:pRg st="0" end="0"/>
                                            </p:txEl>
                                          </p:spTgt>
                                        </p:tgtEl>
                                        <p:attrNameLst>
                                          <p:attrName>style.visibility</p:attrName>
                                        </p:attrNameLst>
                                      </p:cBhvr>
                                      <p:to>
                                        <p:strVal val="visible"/>
                                      </p:to>
                                    </p:set>
                                    <p:animEffect transition="in" filter="fade">
                                      <p:cBhvr>
                                        <p:cTn id="18" dur="500"/>
                                        <p:tgtEl>
                                          <p:spTgt spid="35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3"/>
                                        </p:tgtEl>
                                        <p:attrNameLst>
                                          <p:attrName>style.visibility</p:attrName>
                                        </p:attrNameLst>
                                      </p:cBhvr>
                                      <p:to>
                                        <p:strVal val="visible"/>
                                      </p:to>
                                    </p:set>
                                    <p:animEffect transition="in" filter="fade">
                                      <p:cBhvr>
                                        <p:cTn id="23" dur="500"/>
                                        <p:tgtEl>
                                          <p:spTgt spid="3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55"/>
                                        </p:tgtEl>
                                        <p:attrNameLst>
                                          <p:attrName>style.visibility</p:attrName>
                                        </p:attrNameLst>
                                      </p:cBhvr>
                                      <p:to>
                                        <p:strVal val="visible"/>
                                      </p:to>
                                    </p:set>
                                    <p:animEffect transition="in" filter="fade">
                                      <p:cBhvr>
                                        <p:cTn id="28" dur="500"/>
                                        <p:tgtEl>
                                          <p:spTgt spid="35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54"/>
                                        </p:tgtEl>
                                        <p:attrNameLst>
                                          <p:attrName>style.visibility</p:attrName>
                                        </p:attrNameLst>
                                      </p:cBhvr>
                                      <p:to>
                                        <p:strVal val="visible"/>
                                      </p:to>
                                    </p:set>
                                    <p:animEffect transition="in" filter="fade">
                                      <p:cBhvr>
                                        <p:cTn id="33" dur="500"/>
                                        <p:tgtEl>
                                          <p:spTgt spid="35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56"/>
                                        </p:tgtEl>
                                        <p:attrNameLst>
                                          <p:attrName>style.visibility</p:attrName>
                                        </p:attrNameLst>
                                      </p:cBhvr>
                                      <p:to>
                                        <p:strVal val="visible"/>
                                      </p:to>
                                    </p:set>
                                    <p:animEffect transition="in" filter="fade">
                                      <p:cBhvr>
                                        <p:cTn id="38" dur="5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639</Words>
  <Application>Microsoft Office PowerPoint</Application>
  <PresentationFormat>Widescreen</PresentationFormat>
  <Paragraphs>58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Noto Sans Symbols</vt:lpstr>
      <vt:lpstr>Trebuchet MS</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Utkarsha Kale</cp:lastModifiedBy>
  <cp:revision>1</cp:revision>
  <dcterms:modified xsi:type="dcterms:W3CDTF">2026-09-09T15:06:34Z</dcterms:modified>
</cp:coreProperties>
</file>